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7"/>
  </p:notesMasterIdLst>
  <p:sldIdLst>
    <p:sldId id="256" r:id="rId2"/>
    <p:sldId id="280" r:id="rId3"/>
    <p:sldId id="279" r:id="rId4"/>
    <p:sldId id="26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9" r:id="rId15"/>
    <p:sldId id="268" r:id="rId16"/>
    <p:sldId id="270" r:id="rId17"/>
    <p:sldId id="267" r:id="rId18"/>
    <p:sldId id="272" r:id="rId19"/>
    <p:sldId id="273" r:id="rId20"/>
    <p:sldId id="274" r:id="rId21"/>
    <p:sldId id="282" r:id="rId22"/>
    <p:sldId id="276" r:id="rId23"/>
    <p:sldId id="278" r:id="rId24"/>
    <p:sldId id="277" r:id="rId25"/>
    <p:sldId id="285" r:id="rId26"/>
    <p:sldId id="286" r:id="rId27"/>
    <p:sldId id="291" r:id="rId28"/>
    <p:sldId id="290" r:id="rId29"/>
    <p:sldId id="292" r:id="rId30"/>
    <p:sldId id="293" r:id="rId31"/>
    <p:sldId id="294" r:id="rId32"/>
    <p:sldId id="295" r:id="rId33"/>
    <p:sldId id="297" r:id="rId34"/>
    <p:sldId id="298" r:id="rId35"/>
    <p:sldId id="299" r:id="rId3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3" d="100"/>
          <a:sy n="63" d="100"/>
        </p:scale>
        <p:origin x="1380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F31791D-B5C8-4C75-9864-22489BC8E592}" type="doc">
      <dgm:prSet loTypeId="urn:microsoft.com/office/officeart/2005/8/layout/hProcess3" loCatId="process" qsTypeId="urn:microsoft.com/office/officeart/2005/8/quickstyle/simple1" qsCatId="simple" csTypeId="urn:microsoft.com/office/officeart/2005/8/colors/accent1_2" csCatId="accent1" phldr="1"/>
      <dgm:spPr>
        <a:scene3d>
          <a:camera prst="orthographicFront">
            <a:rot lat="999949" lon="3018677" rev="3526045"/>
          </a:camera>
          <a:lightRig rig="threePt" dir="t"/>
        </a:scene3d>
      </dgm:spPr>
    </dgm:pt>
    <dgm:pt modelId="{1F4A30BE-D265-4187-865E-9F963CCAEDFA}">
      <dgm:prSet phldrT="[Text]"/>
      <dgm:spPr/>
      <dgm:t>
        <a:bodyPr/>
        <a:lstStyle/>
        <a:p>
          <a:r>
            <a:rPr lang="en-US" dirty="0" smtClean="0"/>
            <a:t>Power Electronic Converter </a:t>
          </a:r>
          <a:endParaRPr lang="en-US" dirty="0"/>
        </a:p>
      </dgm:t>
    </dgm:pt>
    <dgm:pt modelId="{6B1FC703-4BDE-49AC-A5B1-65CEC277A7CE}" type="parTrans" cxnId="{2DD852A8-535D-4AAD-AA57-4B0597F19D61}">
      <dgm:prSet/>
      <dgm:spPr/>
      <dgm:t>
        <a:bodyPr/>
        <a:lstStyle/>
        <a:p>
          <a:endParaRPr lang="en-US"/>
        </a:p>
      </dgm:t>
    </dgm:pt>
    <dgm:pt modelId="{0D04F4DE-8E5D-407E-A6F3-3F4E92F11F3A}" type="sibTrans" cxnId="{2DD852A8-535D-4AAD-AA57-4B0597F19D61}">
      <dgm:prSet/>
      <dgm:spPr/>
      <dgm:t>
        <a:bodyPr/>
        <a:lstStyle/>
        <a:p>
          <a:endParaRPr lang="en-US"/>
        </a:p>
      </dgm:t>
    </dgm:pt>
    <dgm:pt modelId="{3AF64AC2-B7A1-4AAE-8B54-C22EEEA2B0EB}" type="pres">
      <dgm:prSet presAssocID="{EF31791D-B5C8-4C75-9864-22489BC8E592}" presName="Name0" presStyleCnt="0">
        <dgm:presLayoutVars>
          <dgm:dir/>
          <dgm:animLvl val="lvl"/>
          <dgm:resizeHandles val="exact"/>
        </dgm:presLayoutVars>
      </dgm:prSet>
      <dgm:spPr/>
    </dgm:pt>
    <dgm:pt modelId="{9585325B-106E-49C1-9318-3901C58603D0}" type="pres">
      <dgm:prSet presAssocID="{EF31791D-B5C8-4C75-9864-22489BC8E592}" presName="dummy" presStyleCnt="0"/>
      <dgm:spPr/>
    </dgm:pt>
    <dgm:pt modelId="{86BF1BB8-F70E-46B5-BF32-5C1F4771B326}" type="pres">
      <dgm:prSet presAssocID="{EF31791D-B5C8-4C75-9864-22489BC8E592}" presName="linH" presStyleCnt="0"/>
      <dgm:spPr/>
    </dgm:pt>
    <dgm:pt modelId="{1FFB4ABA-2B1C-4AA0-92E8-ED967745887B}" type="pres">
      <dgm:prSet presAssocID="{EF31791D-B5C8-4C75-9864-22489BC8E592}" presName="padding1" presStyleCnt="0"/>
      <dgm:spPr/>
    </dgm:pt>
    <dgm:pt modelId="{5D9105AF-A971-4DF3-8B9A-F7ABA61C0D20}" type="pres">
      <dgm:prSet presAssocID="{1F4A30BE-D265-4187-865E-9F963CCAEDFA}" presName="linV" presStyleCnt="0"/>
      <dgm:spPr/>
    </dgm:pt>
    <dgm:pt modelId="{8A188C18-0A9C-4472-A0CE-BF62FCB16616}" type="pres">
      <dgm:prSet presAssocID="{1F4A30BE-D265-4187-865E-9F963CCAEDFA}" presName="spVertical1" presStyleCnt="0"/>
      <dgm:spPr/>
    </dgm:pt>
    <dgm:pt modelId="{4EE89207-54DA-4868-BD01-DEEE41DEBDD7}" type="pres">
      <dgm:prSet presAssocID="{1F4A30BE-D265-4187-865E-9F963CCAEDFA}" presName="parTx" presStyleLbl="revTx" presStyleIdx="0" presStyleCnt="1" custAng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CF6E514-04F1-4576-B9E2-25353EFE94DB}" type="pres">
      <dgm:prSet presAssocID="{1F4A30BE-D265-4187-865E-9F963CCAEDFA}" presName="spVertical2" presStyleCnt="0"/>
      <dgm:spPr/>
    </dgm:pt>
    <dgm:pt modelId="{BE46EEEF-398C-4DE2-AB4A-580908A9CA1D}" type="pres">
      <dgm:prSet presAssocID="{1F4A30BE-D265-4187-865E-9F963CCAEDFA}" presName="spVertical3" presStyleCnt="0"/>
      <dgm:spPr/>
    </dgm:pt>
    <dgm:pt modelId="{B99BBEAB-D050-4004-952F-269819DDF91F}" type="pres">
      <dgm:prSet presAssocID="{EF31791D-B5C8-4C75-9864-22489BC8E592}" presName="padding2" presStyleCnt="0"/>
      <dgm:spPr/>
    </dgm:pt>
    <dgm:pt modelId="{9E071BEF-9378-45AC-8DB5-E02382ACA301}" type="pres">
      <dgm:prSet presAssocID="{EF31791D-B5C8-4C75-9864-22489BC8E592}" presName="negArrow" presStyleCnt="0"/>
      <dgm:spPr/>
    </dgm:pt>
    <dgm:pt modelId="{14CD4F91-3C77-4C75-8DB4-F61111F5E9CB}" type="pres">
      <dgm:prSet presAssocID="{EF31791D-B5C8-4C75-9864-22489BC8E592}" presName="backgroundArrow" presStyleLbl="node1" presStyleIdx="0" presStyleCnt="1" custLinFactNeighborX="25000" custLinFactNeighborY="-22631"/>
      <dgm:spPr/>
    </dgm:pt>
  </dgm:ptLst>
  <dgm:cxnLst>
    <dgm:cxn modelId="{018E79D3-D1C0-4401-8E97-0EE4DFD4E6A4}" type="presOf" srcId="{EF31791D-B5C8-4C75-9864-22489BC8E592}" destId="{3AF64AC2-B7A1-4AAE-8B54-C22EEEA2B0EB}" srcOrd="0" destOrd="0" presId="urn:microsoft.com/office/officeart/2005/8/layout/hProcess3"/>
    <dgm:cxn modelId="{549E2843-47DF-4CAF-9A02-3F3D56884284}" type="presOf" srcId="{1F4A30BE-D265-4187-865E-9F963CCAEDFA}" destId="{4EE89207-54DA-4868-BD01-DEEE41DEBDD7}" srcOrd="0" destOrd="0" presId="urn:microsoft.com/office/officeart/2005/8/layout/hProcess3"/>
    <dgm:cxn modelId="{2DD852A8-535D-4AAD-AA57-4B0597F19D61}" srcId="{EF31791D-B5C8-4C75-9864-22489BC8E592}" destId="{1F4A30BE-D265-4187-865E-9F963CCAEDFA}" srcOrd="0" destOrd="0" parTransId="{6B1FC703-4BDE-49AC-A5B1-65CEC277A7CE}" sibTransId="{0D04F4DE-8E5D-407E-A6F3-3F4E92F11F3A}"/>
    <dgm:cxn modelId="{95E24531-8372-4EEF-AF2A-16B7171C0A6A}" type="presParOf" srcId="{3AF64AC2-B7A1-4AAE-8B54-C22EEEA2B0EB}" destId="{9585325B-106E-49C1-9318-3901C58603D0}" srcOrd="0" destOrd="0" presId="urn:microsoft.com/office/officeart/2005/8/layout/hProcess3"/>
    <dgm:cxn modelId="{E20B57AA-D732-4C80-B585-1CCD57D0CBDD}" type="presParOf" srcId="{3AF64AC2-B7A1-4AAE-8B54-C22EEEA2B0EB}" destId="{86BF1BB8-F70E-46B5-BF32-5C1F4771B326}" srcOrd="1" destOrd="0" presId="urn:microsoft.com/office/officeart/2005/8/layout/hProcess3"/>
    <dgm:cxn modelId="{EF4539D2-0698-4DFF-8313-CD1913A53F4E}" type="presParOf" srcId="{86BF1BB8-F70E-46B5-BF32-5C1F4771B326}" destId="{1FFB4ABA-2B1C-4AA0-92E8-ED967745887B}" srcOrd="0" destOrd="0" presId="urn:microsoft.com/office/officeart/2005/8/layout/hProcess3"/>
    <dgm:cxn modelId="{2D81074C-9CAE-4779-8070-6AA796185B57}" type="presParOf" srcId="{86BF1BB8-F70E-46B5-BF32-5C1F4771B326}" destId="{5D9105AF-A971-4DF3-8B9A-F7ABA61C0D20}" srcOrd="1" destOrd="0" presId="urn:microsoft.com/office/officeart/2005/8/layout/hProcess3"/>
    <dgm:cxn modelId="{62D8ACEC-50D2-43B3-BE8A-6C454667E07E}" type="presParOf" srcId="{5D9105AF-A971-4DF3-8B9A-F7ABA61C0D20}" destId="{8A188C18-0A9C-4472-A0CE-BF62FCB16616}" srcOrd="0" destOrd="0" presId="urn:microsoft.com/office/officeart/2005/8/layout/hProcess3"/>
    <dgm:cxn modelId="{0A3D5C9D-D5CE-4C83-BD30-4367A289407F}" type="presParOf" srcId="{5D9105AF-A971-4DF3-8B9A-F7ABA61C0D20}" destId="{4EE89207-54DA-4868-BD01-DEEE41DEBDD7}" srcOrd="1" destOrd="0" presId="urn:microsoft.com/office/officeart/2005/8/layout/hProcess3"/>
    <dgm:cxn modelId="{12125E56-2C3F-488C-B96C-72A3BC4AF0D8}" type="presParOf" srcId="{5D9105AF-A971-4DF3-8B9A-F7ABA61C0D20}" destId="{5CF6E514-04F1-4576-B9E2-25353EFE94DB}" srcOrd="2" destOrd="0" presId="urn:microsoft.com/office/officeart/2005/8/layout/hProcess3"/>
    <dgm:cxn modelId="{447FFEEE-8298-4095-9DAC-61CFEB70E5DF}" type="presParOf" srcId="{5D9105AF-A971-4DF3-8B9A-F7ABA61C0D20}" destId="{BE46EEEF-398C-4DE2-AB4A-580908A9CA1D}" srcOrd="3" destOrd="0" presId="urn:microsoft.com/office/officeart/2005/8/layout/hProcess3"/>
    <dgm:cxn modelId="{799CCC8B-7D71-4DCD-B6BC-FCA4CF728F80}" type="presParOf" srcId="{86BF1BB8-F70E-46B5-BF32-5C1F4771B326}" destId="{B99BBEAB-D050-4004-952F-269819DDF91F}" srcOrd="2" destOrd="0" presId="urn:microsoft.com/office/officeart/2005/8/layout/hProcess3"/>
    <dgm:cxn modelId="{6863994E-C8B9-4DAE-8047-5D63E56B61A9}" type="presParOf" srcId="{86BF1BB8-F70E-46B5-BF32-5C1F4771B326}" destId="{9E071BEF-9378-45AC-8DB5-E02382ACA301}" srcOrd="3" destOrd="0" presId="urn:microsoft.com/office/officeart/2005/8/layout/hProcess3"/>
    <dgm:cxn modelId="{05F86C1E-97E6-4EF9-A05C-B0B5855E93FD}" type="presParOf" srcId="{86BF1BB8-F70E-46B5-BF32-5C1F4771B326}" destId="{14CD4F91-3C77-4C75-8DB4-F61111F5E9CB}" srcOrd="4" destOrd="0" presId="urn:microsoft.com/office/officeart/2005/8/layout/hProcess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1244992-4CC0-4F93-AB42-DA544874903B}" type="doc">
      <dgm:prSet loTypeId="urn:microsoft.com/office/officeart/2005/8/layout/radial1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6FA7B74-336E-4ED5-AFAF-D3C711F74427}">
      <dgm:prSet phldrT="[Text]"/>
      <dgm:spPr/>
      <dgm:t>
        <a:bodyPr/>
        <a:lstStyle/>
        <a:p>
          <a:r>
            <a:rPr lang="en-US" dirty="0" smtClean="0"/>
            <a:t>DC/DC Converter</a:t>
          </a:r>
          <a:endParaRPr lang="en-US" dirty="0"/>
        </a:p>
      </dgm:t>
    </dgm:pt>
    <dgm:pt modelId="{2E06241E-FE65-4A5C-9D54-24CE09EE208A}" type="parTrans" cxnId="{DACC157D-DFD9-4263-9EED-CEBE3354CAE1}">
      <dgm:prSet/>
      <dgm:spPr/>
      <dgm:t>
        <a:bodyPr/>
        <a:lstStyle/>
        <a:p>
          <a:endParaRPr lang="en-US"/>
        </a:p>
      </dgm:t>
    </dgm:pt>
    <dgm:pt modelId="{258D769F-C839-4D18-BDCA-04D20A32AF7B}" type="sibTrans" cxnId="{DACC157D-DFD9-4263-9EED-CEBE3354CAE1}">
      <dgm:prSet/>
      <dgm:spPr/>
      <dgm:t>
        <a:bodyPr/>
        <a:lstStyle/>
        <a:p>
          <a:endParaRPr lang="en-US"/>
        </a:p>
      </dgm:t>
    </dgm:pt>
    <dgm:pt modelId="{7F7A625B-2303-4F28-B1C2-3A662EC46AAA}">
      <dgm:prSet phldrT="[Text]"/>
      <dgm:spPr/>
      <dgm:t>
        <a:bodyPr/>
        <a:lstStyle/>
        <a:p>
          <a:r>
            <a:rPr lang="en-US" dirty="0" smtClean="0"/>
            <a:t>Output voltage regulation</a:t>
          </a:r>
          <a:endParaRPr lang="en-US" dirty="0"/>
        </a:p>
      </dgm:t>
    </dgm:pt>
    <dgm:pt modelId="{09E0CDB1-70D8-4124-A958-916519EC919D}" type="parTrans" cxnId="{34C1E168-DD2C-4D1D-9511-54FE07445A71}">
      <dgm:prSet/>
      <dgm:spPr/>
      <dgm:t>
        <a:bodyPr/>
        <a:lstStyle/>
        <a:p>
          <a:endParaRPr lang="en-US"/>
        </a:p>
      </dgm:t>
    </dgm:pt>
    <dgm:pt modelId="{085E7413-6969-4AEE-8886-5853CC1A80B5}" type="sibTrans" cxnId="{34C1E168-DD2C-4D1D-9511-54FE07445A71}">
      <dgm:prSet/>
      <dgm:spPr/>
      <dgm:t>
        <a:bodyPr/>
        <a:lstStyle/>
        <a:p>
          <a:endParaRPr lang="en-US"/>
        </a:p>
      </dgm:t>
    </dgm:pt>
    <dgm:pt modelId="{9EC1C58F-EC7F-43F3-81AA-2852E06954E2}">
      <dgm:prSet phldrT="[Text]"/>
      <dgm:spPr/>
      <dgm:t>
        <a:bodyPr/>
        <a:lstStyle/>
        <a:p>
          <a:r>
            <a:rPr lang="en-US" dirty="0" smtClean="0"/>
            <a:t>Controlling power flow  between source and load </a:t>
          </a:r>
          <a:endParaRPr lang="en-US" dirty="0"/>
        </a:p>
      </dgm:t>
    </dgm:pt>
    <dgm:pt modelId="{031D65CE-41B7-471E-9B64-F60E4B627017}" type="parTrans" cxnId="{7F9366B6-5FF3-497A-854A-87D3A4B82DEE}">
      <dgm:prSet/>
      <dgm:spPr/>
      <dgm:t>
        <a:bodyPr/>
        <a:lstStyle/>
        <a:p>
          <a:endParaRPr lang="en-US"/>
        </a:p>
      </dgm:t>
    </dgm:pt>
    <dgm:pt modelId="{70B6A2F0-1A74-4C06-8704-B83DEE0CE68E}" type="sibTrans" cxnId="{7F9366B6-5FF3-497A-854A-87D3A4B82DEE}">
      <dgm:prSet/>
      <dgm:spPr/>
      <dgm:t>
        <a:bodyPr/>
        <a:lstStyle/>
        <a:p>
          <a:endParaRPr lang="en-US"/>
        </a:p>
      </dgm:t>
    </dgm:pt>
    <dgm:pt modelId="{1404847C-B206-49E2-845B-F2505808248D}" type="pres">
      <dgm:prSet presAssocID="{C1244992-4CC0-4F93-AB42-DA544874903B}" presName="cycle" presStyleCnt="0">
        <dgm:presLayoutVars>
          <dgm:chMax val="1"/>
          <dgm:dir/>
          <dgm:animLvl val="ctr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49C66165-4EC3-4215-ACF9-77C4CDFDC70F}" type="pres">
      <dgm:prSet presAssocID="{26FA7B74-336E-4ED5-AFAF-D3C711F74427}" presName="centerShape" presStyleLbl="node0" presStyleIdx="0" presStyleCnt="1" custScaleX="449792"/>
      <dgm:spPr/>
      <dgm:t>
        <a:bodyPr/>
        <a:lstStyle/>
        <a:p>
          <a:endParaRPr lang="en-US"/>
        </a:p>
      </dgm:t>
    </dgm:pt>
    <dgm:pt modelId="{98D6FDC0-EDE9-4631-8652-A92DB1C72782}" type="pres">
      <dgm:prSet presAssocID="{09E0CDB1-70D8-4124-A958-916519EC919D}" presName="Name9" presStyleLbl="parChTrans1D2" presStyleIdx="0" presStyleCnt="2"/>
      <dgm:spPr/>
      <dgm:t>
        <a:bodyPr/>
        <a:lstStyle/>
        <a:p>
          <a:endParaRPr lang="en-US"/>
        </a:p>
      </dgm:t>
    </dgm:pt>
    <dgm:pt modelId="{D29EA89D-6A5A-46B8-A327-E2E1F097002A}" type="pres">
      <dgm:prSet presAssocID="{09E0CDB1-70D8-4124-A958-916519EC919D}" presName="connTx" presStyleLbl="parChTrans1D2" presStyleIdx="0" presStyleCnt="2"/>
      <dgm:spPr/>
      <dgm:t>
        <a:bodyPr/>
        <a:lstStyle/>
        <a:p>
          <a:endParaRPr lang="en-US"/>
        </a:p>
      </dgm:t>
    </dgm:pt>
    <dgm:pt modelId="{4BFA1B9D-595B-484B-91ED-0D587B943CB3}" type="pres">
      <dgm:prSet presAssocID="{7F7A625B-2303-4F28-B1C2-3A662EC46AAA}" presName="node" presStyleLbl="node1" presStyleIdx="0" presStyleCnt="2" custScaleX="396246" custScaleY="13514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C821309-5F6D-4256-B0E0-A01AE35E88D9}" type="pres">
      <dgm:prSet presAssocID="{031D65CE-41B7-471E-9B64-F60E4B627017}" presName="Name9" presStyleLbl="parChTrans1D2" presStyleIdx="1" presStyleCnt="2"/>
      <dgm:spPr/>
      <dgm:t>
        <a:bodyPr/>
        <a:lstStyle/>
        <a:p>
          <a:endParaRPr lang="en-US"/>
        </a:p>
      </dgm:t>
    </dgm:pt>
    <dgm:pt modelId="{B570A27F-EA29-4585-B7CD-27F0776ACB19}" type="pres">
      <dgm:prSet presAssocID="{031D65CE-41B7-471E-9B64-F60E4B627017}" presName="connTx" presStyleLbl="parChTrans1D2" presStyleIdx="1" presStyleCnt="2"/>
      <dgm:spPr/>
      <dgm:t>
        <a:bodyPr/>
        <a:lstStyle/>
        <a:p>
          <a:endParaRPr lang="en-US"/>
        </a:p>
      </dgm:t>
    </dgm:pt>
    <dgm:pt modelId="{4432E783-59D7-4190-B57A-6B98C97D6386}" type="pres">
      <dgm:prSet presAssocID="{9EC1C58F-EC7F-43F3-81AA-2852E06954E2}" presName="node" presStyleLbl="node1" presStyleIdx="1" presStyleCnt="2" custScaleX="471211" custScaleY="10074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7F9366B6-5FF3-497A-854A-87D3A4B82DEE}" srcId="{26FA7B74-336E-4ED5-AFAF-D3C711F74427}" destId="{9EC1C58F-EC7F-43F3-81AA-2852E06954E2}" srcOrd="1" destOrd="0" parTransId="{031D65CE-41B7-471E-9B64-F60E4B627017}" sibTransId="{70B6A2F0-1A74-4C06-8704-B83DEE0CE68E}"/>
    <dgm:cxn modelId="{34C1E168-DD2C-4D1D-9511-54FE07445A71}" srcId="{26FA7B74-336E-4ED5-AFAF-D3C711F74427}" destId="{7F7A625B-2303-4F28-B1C2-3A662EC46AAA}" srcOrd="0" destOrd="0" parTransId="{09E0CDB1-70D8-4124-A958-916519EC919D}" sibTransId="{085E7413-6969-4AEE-8886-5853CC1A80B5}"/>
    <dgm:cxn modelId="{1314AE8A-4A11-483E-971C-0F8A94206CED}" type="presOf" srcId="{09E0CDB1-70D8-4124-A958-916519EC919D}" destId="{D29EA89D-6A5A-46B8-A327-E2E1F097002A}" srcOrd="1" destOrd="0" presId="urn:microsoft.com/office/officeart/2005/8/layout/radial1"/>
    <dgm:cxn modelId="{898F0304-7F31-4522-9A56-E005ADE71D30}" type="presOf" srcId="{26FA7B74-336E-4ED5-AFAF-D3C711F74427}" destId="{49C66165-4EC3-4215-ACF9-77C4CDFDC70F}" srcOrd="0" destOrd="0" presId="urn:microsoft.com/office/officeart/2005/8/layout/radial1"/>
    <dgm:cxn modelId="{A17CD74A-DBAB-43CC-B195-21C26D1C9A4D}" type="presOf" srcId="{9EC1C58F-EC7F-43F3-81AA-2852E06954E2}" destId="{4432E783-59D7-4190-B57A-6B98C97D6386}" srcOrd="0" destOrd="0" presId="urn:microsoft.com/office/officeart/2005/8/layout/radial1"/>
    <dgm:cxn modelId="{F892878D-47C0-4F51-AC10-26E30FF8E7C7}" type="presOf" srcId="{031D65CE-41B7-471E-9B64-F60E4B627017}" destId="{B570A27F-EA29-4585-B7CD-27F0776ACB19}" srcOrd="1" destOrd="0" presId="urn:microsoft.com/office/officeart/2005/8/layout/radial1"/>
    <dgm:cxn modelId="{B2855A13-B257-438F-A558-23A7E1B9984E}" type="presOf" srcId="{7F7A625B-2303-4F28-B1C2-3A662EC46AAA}" destId="{4BFA1B9D-595B-484B-91ED-0D587B943CB3}" srcOrd="0" destOrd="0" presId="urn:microsoft.com/office/officeart/2005/8/layout/radial1"/>
    <dgm:cxn modelId="{B55BF755-A3C8-488B-B56A-B5F84809150F}" type="presOf" srcId="{031D65CE-41B7-471E-9B64-F60E4B627017}" destId="{8C821309-5F6D-4256-B0E0-A01AE35E88D9}" srcOrd="0" destOrd="0" presId="urn:microsoft.com/office/officeart/2005/8/layout/radial1"/>
    <dgm:cxn modelId="{C68A0C62-928A-4FC6-ABF2-BC9E177E6238}" type="presOf" srcId="{09E0CDB1-70D8-4124-A958-916519EC919D}" destId="{98D6FDC0-EDE9-4631-8652-A92DB1C72782}" srcOrd="0" destOrd="0" presId="urn:microsoft.com/office/officeart/2005/8/layout/radial1"/>
    <dgm:cxn modelId="{1316BAC6-DF2E-48B5-B3C0-0F6A9F949E04}" type="presOf" srcId="{C1244992-4CC0-4F93-AB42-DA544874903B}" destId="{1404847C-B206-49E2-845B-F2505808248D}" srcOrd="0" destOrd="0" presId="urn:microsoft.com/office/officeart/2005/8/layout/radial1"/>
    <dgm:cxn modelId="{DACC157D-DFD9-4263-9EED-CEBE3354CAE1}" srcId="{C1244992-4CC0-4F93-AB42-DA544874903B}" destId="{26FA7B74-336E-4ED5-AFAF-D3C711F74427}" srcOrd="0" destOrd="0" parTransId="{2E06241E-FE65-4A5C-9D54-24CE09EE208A}" sibTransId="{258D769F-C839-4D18-BDCA-04D20A32AF7B}"/>
    <dgm:cxn modelId="{15092DFF-7657-4184-B325-4FA22715B111}" type="presParOf" srcId="{1404847C-B206-49E2-845B-F2505808248D}" destId="{49C66165-4EC3-4215-ACF9-77C4CDFDC70F}" srcOrd="0" destOrd="0" presId="urn:microsoft.com/office/officeart/2005/8/layout/radial1"/>
    <dgm:cxn modelId="{85B04754-59DC-4318-A8CB-471D4D1254AF}" type="presParOf" srcId="{1404847C-B206-49E2-845B-F2505808248D}" destId="{98D6FDC0-EDE9-4631-8652-A92DB1C72782}" srcOrd="1" destOrd="0" presId="urn:microsoft.com/office/officeart/2005/8/layout/radial1"/>
    <dgm:cxn modelId="{A4623593-E91A-4604-9A3A-966072843E44}" type="presParOf" srcId="{98D6FDC0-EDE9-4631-8652-A92DB1C72782}" destId="{D29EA89D-6A5A-46B8-A327-E2E1F097002A}" srcOrd="0" destOrd="0" presId="urn:microsoft.com/office/officeart/2005/8/layout/radial1"/>
    <dgm:cxn modelId="{EB7990DE-A0DB-4A01-A884-229E6110AEA6}" type="presParOf" srcId="{1404847C-B206-49E2-845B-F2505808248D}" destId="{4BFA1B9D-595B-484B-91ED-0D587B943CB3}" srcOrd="2" destOrd="0" presId="urn:microsoft.com/office/officeart/2005/8/layout/radial1"/>
    <dgm:cxn modelId="{A18E778D-A95D-4CA9-9098-6DFDC530A9BF}" type="presParOf" srcId="{1404847C-B206-49E2-845B-F2505808248D}" destId="{8C821309-5F6D-4256-B0E0-A01AE35E88D9}" srcOrd="3" destOrd="0" presId="urn:microsoft.com/office/officeart/2005/8/layout/radial1"/>
    <dgm:cxn modelId="{1967B224-25B7-4E63-B11D-9F373B133446}" type="presParOf" srcId="{8C821309-5F6D-4256-B0E0-A01AE35E88D9}" destId="{B570A27F-EA29-4585-B7CD-27F0776ACB19}" srcOrd="0" destOrd="0" presId="urn:microsoft.com/office/officeart/2005/8/layout/radial1"/>
    <dgm:cxn modelId="{BE0F947F-AA2F-4395-A7C8-688A50AD7F0A}" type="presParOf" srcId="{1404847C-B206-49E2-845B-F2505808248D}" destId="{4432E783-59D7-4190-B57A-6B98C97D6386}" srcOrd="4" destOrd="0" presId="urn:microsoft.com/office/officeart/2005/8/layout/radial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25E46F2-32FB-467C-A832-6AC0ACF325DC}" type="doc">
      <dgm:prSet loTypeId="urn:microsoft.com/office/officeart/2005/8/layout/radial5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106A94B-7A87-468C-8AD8-F9446C8589C0}">
      <dgm:prSet phldrT="[Text]"/>
      <dgm:spPr/>
      <dgm:t>
        <a:bodyPr/>
        <a:lstStyle/>
        <a:p>
          <a:r>
            <a:rPr lang="en-US" dirty="0" smtClean="0"/>
            <a:t>DC/ DC Converter</a:t>
          </a:r>
          <a:endParaRPr lang="en-US" dirty="0"/>
        </a:p>
      </dgm:t>
    </dgm:pt>
    <dgm:pt modelId="{7041EAF4-3492-4A5E-BB12-CF9F2A9FC023}" type="parTrans" cxnId="{49CA0FA5-E6A3-4533-8CC2-C08923D6F03C}">
      <dgm:prSet/>
      <dgm:spPr/>
      <dgm:t>
        <a:bodyPr/>
        <a:lstStyle/>
        <a:p>
          <a:endParaRPr lang="en-US"/>
        </a:p>
      </dgm:t>
    </dgm:pt>
    <dgm:pt modelId="{13545991-9BE4-4D0E-A2A9-99FA6F01F3EB}" type="sibTrans" cxnId="{49CA0FA5-E6A3-4533-8CC2-C08923D6F03C}">
      <dgm:prSet/>
      <dgm:spPr/>
      <dgm:t>
        <a:bodyPr/>
        <a:lstStyle/>
        <a:p>
          <a:endParaRPr lang="en-US"/>
        </a:p>
      </dgm:t>
    </dgm:pt>
    <dgm:pt modelId="{D4D9E39C-8C7D-4D73-B279-8497D835C71F}">
      <dgm:prSet phldrT="[Text]" custT="1"/>
      <dgm:spPr/>
      <dgm:t>
        <a:bodyPr/>
        <a:lstStyle/>
        <a:p>
          <a:r>
            <a:rPr lang="en-US" sz="2800" dirty="0" smtClean="0"/>
            <a:t>Providing low voltage (12V or 14V) for low voltage loads.</a:t>
          </a:r>
          <a:endParaRPr lang="en-US" sz="2800" dirty="0"/>
        </a:p>
      </dgm:t>
    </dgm:pt>
    <dgm:pt modelId="{8727CE35-AE52-47C5-9968-30C67BB35E2A}" type="parTrans" cxnId="{9B485112-9165-4890-81D1-A04956CE3459}">
      <dgm:prSet/>
      <dgm:spPr/>
      <dgm:t>
        <a:bodyPr/>
        <a:lstStyle/>
        <a:p>
          <a:endParaRPr lang="en-US"/>
        </a:p>
      </dgm:t>
    </dgm:pt>
    <dgm:pt modelId="{61381F23-FA70-41F4-B0A0-438D8737B86C}" type="sibTrans" cxnId="{9B485112-9165-4890-81D1-A04956CE3459}">
      <dgm:prSet/>
      <dgm:spPr/>
      <dgm:t>
        <a:bodyPr/>
        <a:lstStyle/>
        <a:p>
          <a:endParaRPr lang="en-US"/>
        </a:p>
      </dgm:t>
    </dgm:pt>
    <dgm:pt modelId="{18CABC06-E156-4D00-807A-E640FDDC07D1}">
      <dgm:prSet phldrT="[Text]" custT="1"/>
      <dgm:spPr/>
      <dgm:t>
        <a:bodyPr/>
        <a:lstStyle/>
        <a:p>
          <a:r>
            <a:rPr lang="en-US" sz="2400" dirty="0" smtClean="0"/>
            <a:t>Boosting the voltage level of the battery</a:t>
          </a:r>
          <a:endParaRPr lang="en-US" sz="2400" dirty="0"/>
        </a:p>
      </dgm:t>
    </dgm:pt>
    <dgm:pt modelId="{8A1D5C3E-75AB-40F3-990A-E0470FF3817F}" type="parTrans" cxnId="{53BA5776-6456-44FB-AA9A-160E2DAB9DB9}">
      <dgm:prSet/>
      <dgm:spPr/>
      <dgm:t>
        <a:bodyPr/>
        <a:lstStyle/>
        <a:p>
          <a:endParaRPr lang="en-US"/>
        </a:p>
      </dgm:t>
    </dgm:pt>
    <dgm:pt modelId="{3BBFA479-F0C1-4A6C-86E2-BFD316910DF3}" type="sibTrans" cxnId="{53BA5776-6456-44FB-AA9A-160E2DAB9DB9}">
      <dgm:prSet/>
      <dgm:spPr/>
      <dgm:t>
        <a:bodyPr/>
        <a:lstStyle/>
        <a:p>
          <a:endParaRPr lang="en-US"/>
        </a:p>
      </dgm:t>
    </dgm:pt>
    <dgm:pt modelId="{16076910-9619-4FA3-B2D6-7B8A18943342}">
      <dgm:prSet phldrT="[Text]" custT="1"/>
      <dgm:spPr/>
      <dgm:t>
        <a:bodyPr/>
        <a:lstStyle/>
        <a:p>
          <a:r>
            <a:rPr lang="en-US" sz="2800" dirty="0" smtClean="0"/>
            <a:t>Motor propulsion if the traction motor is a DC motor.</a:t>
          </a:r>
          <a:endParaRPr lang="en-US" sz="2800" dirty="0"/>
        </a:p>
      </dgm:t>
    </dgm:pt>
    <dgm:pt modelId="{0B51AA4C-7276-47C4-81E1-5000A3A6AA0C}" type="parTrans" cxnId="{652DEABC-1B71-4D80-93D1-CCFA17A619A2}">
      <dgm:prSet/>
      <dgm:spPr/>
      <dgm:t>
        <a:bodyPr/>
        <a:lstStyle/>
        <a:p>
          <a:endParaRPr lang="en-US"/>
        </a:p>
      </dgm:t>
    </dgm:pt>
    <dgm:pt modelId="{9F1CC353-15F4-4D63-BD41-D87976FB1344}" type="sibTrans" cxnId="{652DEABC-1B71-4D80-93D1-CCFA17A619A2}">
      <dgm:prSet/>
      <dgm:spPr/>
      <dgm:t>
        <a:bodyPr/>
        <a:lstStyle/>
        <a:p>
          <a:endParaRPr lang="en-US"/>
        </a:p>
      </dgm:t>
    </dgm:pt>
    <dgm:pt modelId="{ADC32EF9-69B7-4E9E-8463-C07E1B7444AC}" type="pres">
      <dgm:prSet presAssocID="{525E46F2-32FB-467C-A832-6AC0ACF325DC}" presName="Name0" presStyleCnt="0">
        <dgm:presLayoutVars>
          <dgm:chMax val="1"/>
          <dgm:dir/>
          <dgm:animLvl val="ctr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443C1527-7E0B-42DB-B4C6-0EB9AC0A7970}" type="pres">
      <dgm:prSet presAssocID="{0106A94B-7A87-468C-8AD8-F9446C8589C0}" presName="centerShape" presStyleLbl="node0" presStyleIdx="0" presStyleCnt="1" custLinFactNeighborX="-12818" custLinFactNeighborY="-6354"/>
      <dgm:spPr/>
      <dgm:t>
        <a:bodyPr/>
        <a:lstStyle/>
        <a:p>
          <a:endParaRPr lang="en-US"/>
        </a:p>
      </dgm:t>
    </dgm:pt>
    <dgm:pt modelId="{5C1DD62F-35AE-40FB-B15D-0CE3EE5B5EEB}" type="pres">
      <dgm:prSet presAssocID="{8727CE35-AE52-47C5-9968-30C67BB35E2A}" presName="parTrans" presStyleLbl="sibTrans2D1" presStyleIdx="0" presStyleCnt="3" custLinFactNeighborX="12853" custLinFactNeighborY="-55734"/>
      <dgm:spPr/>
      <dgm:t>
        <a:bodyPr/>
        <a:lstStyle/>
        <a:p>
          <a:endParaRPr lang="en-US"/>
        </a:p>
      </dgm:t>
    </dgm:pt>
    <dgm:pt modelId="{103A1CED-66CE-43D5-B48A-0DF417FAC32E}" type="pres">
      <dgm:prSet presAssocID="{8727CE35-AE52-47C5-9968-30C67BB35E2A}" presName="connectorText" presStyleLbl="sibTrans2D1" presStyleIdx="0" presStyleCnt="3"/>
      <dgm:spPr/>
      <dgm:t>
        <a:bodyPr/>
        <a:lstStyle/>
        <a:p>
          <a:endParaRPr lang="en-US"/>
        </a:p>
      </dgm:t>
    </dgm:pt>
    <dgm:pt modelId="{6364B354-922B-441C-AA70-18D16BD31598}" type="pres">
      <dgm:prSet presAssocID="{D4D9E39C-8C7D-4D73-B279-8497D835C71F}" presName="node" presStyleLbl="node1" presStyleIdx="0" presStyleCnt="3" custScaleX="50641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C734C3A-A7ED-494B-85A2-A274AF7C99B5}" type="pres">
      <dgm:prSet presAssocID="{8A1D5C3E-75AB-40F3-990A-E0470FF3817F}" presName="parTrans" presStyleLbl="sibTrans2D1" presStyleIdx="1" presStyleCnt="3"/>
      <dgm:spPr/>
      <dgm:t>
        <a:bodyPr/>
        <a:lstStyle/>
        <a:p>
          <a:endParaRPr lang="en-US"/>
        </a:p>
      </dgm:t>
    </dgm:pt>
    <dgm:pt modelId="{3FF89255-9ADA-4744-8598-5467675F7ED2}" type="pres">
      <dgm:prSet presAssocID="{8A1D5C3E-75AB-40F3-990A-E0470FF3817F}" presName="connectorText" presStyleLbl="sibTrans2D1" presStyleIdx="1" presStyleCnt="3"/>
      <dgm:spPr/>
      <dgm:t>
        <a:bodyPr/>
        <a:lstStyle/>
        <a:p>
          <a:endParaRPr lang="en-US"/>
        </a:p>
      </dgm:t>
    </dgm:pt>
    <dgm:pt modelId="{D8B76BB2-DE8A-4E1A-B2F0-65B75F2A1549}" type="pres">
      <dgm:prSet presAssocID="{18CABC06-E156-4D00-807A-E640FDDC07D1}" presName="node" presStyleLbl="node1" presStyleIdx="1" presStyleCnt="3" custScaleX="225582" custScaleY="104931" custRadScaleRad="90454" custRadScaleInc="-8711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12D37B8-7B78-4D2E-9B56-62F46D6108FE}" type="pres">
      <dgm:prSet presAssocID="{0B51AA4C-7276-47C4-81E1-5000A3A6AA0C}" presName="parTrans" presStyleLbl="sibTrans2D1" presStyleIdx="2" presStyleCnt="3"/>
      <dgm:spPr/>
      <dgm:t>
        <a:bodyPr/>
        <a:lstStyle/>
        <a:p>
          <a:endParaRPr lang="en-US"/>
        </a:p>
      </dgm:t>
    </dgm:pt>
    <dgm:pt modelId="{E40DDA94-5886-43B2-BD1E-67F22A7A6714}" type="pres">
      <dgm:prSet presAssocID="{0B51AA4C-7276-47C4-81E1-5000A3A6AA0C}" presName="connectorText" presStyleLbl="sibTrans2D1" presStyleIdx="2" presStyleCnt="3"/>
      <dgm:spPr/>
      <dgm:t>
        <a:bodyPr/>
        <a:lstStyle/>
        <a:p>
          <a:endParaRPr lang="en-US"/>
        </a:p>
      </dgm:t>
    </dgm:pt>
    <dgm:pt modelId="{B564037C-EBE7-49B8-AE98-11F4F78C61EB}" type="pres">
      <dgm:prSet presAssocID="{16076910-9619-4FA3-B2D6-7B8A18943342}" presName="node" presStyleLbl="node1" presStyleIdx="2" presStyleCnt="3" custScaleX="281680" custRadScaleRad="101140" custRadScaleInc="-620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89CBA131-6B9A-4079-BEFD-6CC58CE9D8B2}" type="presOf" srcId="{18CABC06-E156-4D00-807A-E640FDDC07D1}" destId="{D8B76BB2-DE8A-4E1A-B2F0-65B75F2A1549}" srcOrd="0" destOrd="0" presId="urn:microsoft.com/office/officeart/2005/8/layout/radial5"/>
    <dgm:cxn modelId="{100893B4-C85E-47C4-A9BF-D5BDA52B957F}" type="presOf" srcId="{8A1D5C3E-75AB-40F3-990A-E0470FF3817F}" destId="{3FF89255-9ADA-4744-8598-5467675F7ED2}" srcOrd="1" destOrd="0" presId="urn:microsoft.com/office/officeart/2005/8/layout/radial5"/>
    <dgm:cxn modelId="{2E48CC98-F81F-4B0E-A58C-0AE1A5956517}" type="presOf" srcId="{0B51AA4C-7276-47C4-81E1-5000A3A6AA0C}" destId="{E12D37B8-7B78-4D2E-9B56-62F46D6108FE}" srcOrd="0" destOrd="0" presId="urn:microsoft.com/office/officeart/2005/8/layout/radial5"/>
    <dgm:cxn modelId="{139BF11A-9FAA-4D40-88EF-7429EA59FB4E}" type="presOf" srcId="{0B51AA4C-7276-47C4-81E1-5000A3A6AA0C}" destId="{E40DDA94-5886-43B2-BD1E-67F22A7A6714}" srcOrd="1" destOrd="0" presId="urn:microsoft.com/office/officeart/2005/8/layout/radial5"/>
    <dgm:cxn modelId="{A7334E36-FF45-423F-8EDA-D8F41715E937}" type="presOf" srcId="{525E46F2-32FB-467C-A832-6AC0ACF325DC}" destId="{ADC32EF9-69B7-4E9E-8463-C07E1B7444AC}" srcOrd="0" destOrd="0" presId="urn:microsoft.com/office/officeart/2005/8/layout/radial5"/>
    <dgm:cxn modelId="{51C3912B-EE94-479F-9B02-10CBE046DAB4}" type="presOf" srcId="{0106A94B-7A87-468C-8AD8-F9446C8589C0}" destId="{443C1527-7E0B-42DB-B4C6-0EB9AC0A7970}" srcOrd="0" destOrd="0" presId="urn:microsoft.com/office/officeart/2005/8/layout/radial5"/>
    <dgm:cxn modelId="{C7AC046D-65D1-4C73-872C-2D0E86D4C774}" type="presOf" srcId="{8A1D5C3E-75AB-40F3-990A-E0470FF3817F}" destId="{5C734C3A-A7ED-494B-85A2-A274AF7C99B5}" srcOrd="0" destOrd="0" presId="urn:microsoft.com/office/officeart/2005/8/layout/radial5"/>
    <dgm:cxn modelId="{495F1227-1556-4C59-A1F3-168608A95A18}" type="presOf" srcId="{16076910-9619-4FA3-B2D6-7B8A18943342}" destId="{B564037C-EBE7-49B8-AE98-11F4F78C61EB}" srcOrd="0" destOrd="0" presId="urn:microsoft.com/office/officeart/2005/8/layout/radial5"/>
    <dgm:cxn modelId="{49CA0FA5-E6A3-4533-8CC2-C08923D6F03C}" srcId="{525E46F2-32FB-467C-A832-6AC0ACF325DC}" destId="{0106A94B-7A87-468C-8AD8-F9446C8589C0}" srcOrd="0" destOrd="0" parTransId="{7041EAF4-3492-4A5E-BB12-CF9F2A9FC023}" sibTransId="{13545991-9BE4-4D0E-A2A9-99FA6F01F3EB}"/>
    <dgm:cxn modelId="{29E0CC75-F3D3-4342-80E4-AB291B46469F}" type="presOf" srcId="{8727CE35-AE52-47C5-9968-30C67BB35E2A}" destId="{5C1DD62F-35AE-40FB-B15D-0CE3EE5B5EEB}" srcOrd="0" destOrd="0" presId="urn:microsoft.com/office/officeart/2005/8/layout/radial5"/>
    <dgm:cxn modelId="{9B485112-9165-4890-81D1-A04956CE3459}" srcId="{0106A94B-7A87-468C-8AD8-F9446C8589C0}" destId="{D4D9E39C-8C7D-4D73-B279-8497D835C71F}" srcOrd="0" destOrd="0" parTransId="{8727CE35-AE52-47C5-9968-30C67BB35E2A}" sibTransId="{61381F23-FA70-41F4-B0A0-438D8737B86C}"/>
    <dgm:cxn modelId="{53BA5776-6456-44FB-AA9A-160E2DAB9DB9}" srcId="{0106A94B-7A87-468C-8AD8-F9446C8589C0}" destId="{18CABC06-E156-4D00-807A-E640FDDC07D1}" srcOrd="1" destOrd="0" parTransId="{8A1D5C3E-75AB-40F3-990A-E0470FF3817F}" sibTransId="{3BBFA479-F0C1-4A6C-86E2-BFD316910DF3}"/>
    <dgm:cxn modelId="{1EA55E94-6594-4C08-A88F-04B770CB4182}" type="presOf" srcId="{8727CE35-AE52-47C5-9968-30C67BB35E2A}" destId="{103A1CED-66CE-43D5-B48A-0DF417FAC32E}" srcOrd="1" destOrd="0" presId="urn:microsoft.com/office/officeart/2005/8/layout/radial5"/>
    <dgm:cxn modelId="{652DEABC-1B71-4D80-93D1-CCFA17A619A2}" srcId="{0106A94B-7A87-468C-8AD8-F9446C8589C0}" destId="{16076910-9619-4FA3-B2D6-7B8A18943342}" srcOrd="2" destOrd="0" parTransId="{0B51AA4C-7276-47C4-81E1-5000A3A6AA0C}" sibTransId="{9F1CC353-15F4-4D63-BD41-D87976FB1344}"/>
    <dgm:cxn modelId="{F8AAF7F6-E3FE-4504-997E-D71139263E8C}" type="presOf" srcId="{D4D9E39C-8C7D-4D73-B279-8497D835C71F}" destId="{6364B354-922B-441C-AA70-18D16BD31598}" srcOrd="0" destOrd="0" presId="urn:microsoft.com/office/officeart/2005/8/layout/radial5"/>
    <dgm:cxn modelId="{BC221428-26EA-41C7-8129-56310B45094A}" type="presParOf" srcId="{ADC32EF9-69B7-4E9E-8463-C07E1B7444AC}" destId="{443C1527-7E0B-42DB-B4C6-0EB9AC0A7970}" srcOrd="0" destOrd="0" presId="urn:microsoft.com/office/officeart/2005/8/layout/radial5"/>
    <dgm:cxn modelId="{ACBF8A24-6012-4BA8-BCF9-2DAC061CB14C}" type="presParOf" srcId="{ADC32EF9-69B7-4E9E-8463-C07E1B7444AC}" destId="{5C1DD62F-35AE-40FB-B15D-0CE3EE5B5EEB}" srcOrd="1" destOrd="0" presId="urn:microsoft.com/office/officeart/2005/8/layout/radial5"/>
    <dgm:cxn modelId="{887B2EA5-6228-484A-8B33-47420DAFD954}" type="presParOf" srcId="{5C1DD62F-35AE-40FB-B15D-0CE3EE5B5EEB}" destId="{103A1CED-66CE-43D5-B48A-0DF417FAC32E}" srcOrd="0" destOrd="0" presId="urn:microsoft.com/office/officeart/2005/8/layout/radial5"/>
    <dgm:cxn modelId="{676ACC60-7DE5-46F3-8147-9FD21012A922}" type="presParOf" srcId="{ADC32EF9-69B7-4E9E-8463-C07E1B7444AC}" destId="{6364B354-922B-441C-AA70-18D16BD31598}" srcOrd="2" destOrd="0" presId="urn:microsoft.com/office/officeart/2005/8/layout/radial5"/>
    <dgm:cxn modelId="{97AB1A14-F557-4D04-8C82-2CADB5A0FF96}" type="presParOf" srcId="{ADC32EF9-69B7-4E9E-8463-C07E1B7444AC}" destId="{5C734C3A-A7ED-494B-85A2-A274AF7C99B5}" srcOrd="3" destOrd="0" presId="urn:microsoft.com/office/officeart/2005/8/layout/radial5"/>
    <dgm:cxn modelId="{EB2FFB10-EBB3-4260-B1EB-3DFDAB156F76}" type="presParOf" srcId="{5C734C3A-A7ED-494B-85A2-A274AF7C99B5}" destId="{3FF89255-9ADA-4744-8598-5467675F7ED2}" srcOrd="0" destOrd="0" presId="urn:microsoft.com/office/officeart/2005/8/layout/radial5"/>
    <dgm:cxn modelId="{24643345-B847-49F9-9381-F41C4A5E3166}" type="presParOf" srcId="{ADC32EF9-69B7-4E9E-8463-C07E1B7444AC}" destId="{D8B76BB2-DE8A-4E1A-B2F0-65B75F2A1549}" srcOrd="4" destOrd="0" presId="urn:microsoft.com/office/officeart/2005/8/layout/radial5"/>
    <dgm:cxn modelId="{C6356A01-0B9A-47C4-B171-283461FF0EFA}" type="presParOf" srcId="{ADC32EF9-69B7-4E9E-8463-C07E1B7444AC}" destId="{E12D37B8-7B78-4D2E-9B56-62F46D6108FE}" srcOrd="5" destOrd="0" presId="urn:microsoft.com/office/officeart/2005/8/layout/radial5"/>
    <dgm:cxn modelId="{F7098F6B-B288-4702-AB40-D0EA2B3A45B7}" type="presParOf" srcId="{E12D37B8-7B78-4D2E-9B56-62F46D6108FE}" destId="{E40DDA94-5886-43B2-BD1E-67F22A7A6714}" srcOrd="0" destOrd="0" presId="urn:microsoft.com/office/officeart/2005/8/layout/radial5"/>
    <dgm:cxn modelId="{D2127966-9782-4A8C-8D6A-B2140EE2CBAF}" type="presParOf" srcId="{ADC32EF9-69B7-4E9E-8463-C07E1B7444AC}" destId="{B564037C-EBE7-49B8-AE98-11F4F78C61EB}" srcOrd="6" destOrd="0" presId="urn:microsoft.com/office/officeart/2005/8/layout/radial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4CD4F91-3C77-4C75-8DB4-F61111F5E9CB}">
      <dsp:nvSpPr>
        <dsp:cNvPr id="0" name=""/>
        <dsp:cNvSpPr/>
      </dsp:nvSpPr>
      <dsp:spPr>
        <a:xfrm>
          <a:off x="0" y="0"/>
          <a:ext cx="2819400" cy="1080000"/>
        </a:xfrm>
        <a:prstGeom prst="rightArrow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E89207-54DA-4868-BD01-DEEE41DEBDD7}">
      <dsp:nvSpPr>
        <dsp:cNvPr id="0" name=""/>
        <dsp:cNvSpPr/>
      </dsp:nvSpPr>
      <dsp:spPr>
        <a:xfrm>
          <a:off x="227210" y="288800"/>
          <a:ext cx="2312789" cy="540000"/>
        </a:xfrm>
        <a:prstGeom prst="rect">
          <a:avLst/>
        </a:prstGeom>
        <a:noFill/>
        <a:ln>
          <a:noFill/>
        </a:ln>
        <a:effectLst/>
        <a:scene3d>
          <a:camera prst="orthographicFront">
            <a:rot lat="999949" lon="3018677" rev="3526045"/>
          </a:camera>
          <a:lightRig rig="threePt" dir="t"/>
        </a:scene3d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52400" rIns="0" bIns="15240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 dirty="0" smtClean="0"/>
            <a:t>Power Electronic Converter </a:t>
          </a:r>
          <a:endParaRPr lang="en-US" sz="1500" kern="1200" dirty="0"/>
        </a:p>
      </dsp:txBody>
      <dsp:txXfrm>
        <a:off x="227210" y="288800"/>
        <a:ext cx="2312789" cy="54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9C66165-4EC3-4215-ACF9-77C4CDFDC70F}">
      <dsp:nvSpPr>
        <dsp:cNvPr id="0" name=""/>
        <dsp:cNvSpPr/>
      </dsp:nvSpPr>
      <dsp:spPr>
        <a:xfrm>
          <a:off x="1143001" y="1976247"/>
          <a:ext cx="6400797" cy="142305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115" tIns="31115" rIns="31115" bIns="31115" numCol="1" spcCol="1270" anchor="ctr" anchorCtr="0">
          <a:noAutofit/>
        </a:bodyPr>
        <a:lstStyle/>
        <a:p>
          <a:pPr lvl="0" algn="ctr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900" kern="1200" dirty="0" smtClean="0"/>
            <a:t>DC/DC Converter</a:t>
          </a:r>
          <a:endParaRPr lang="en-US" sz="4900" kern="1200" dirty="0"/>
        </a:p>
      </dsp:txBody>
      <dsp:txXfrm>
        <a:off x="2080376" y="2184649"/>
        <a:ext cx="4526047" cy="1006253"/>
      </dsp:txXfrm>
    </dsp:sp>
    <dsp:sp modelId="{98D6FDC0-EDE9-4631-8652-A92DB1C72782}">
      <dsp:nvSpPr>
        <dsp:cNvPr id="0" name=""/>
        <dsp:cNvSpPr/>
      </dsp:nvSpPr>
      <dsp:spPr>
        <a:xfrm rot="16200000">
          <a:off x="4254665" y="1872769"/>
          <a:ext cx="177468" cy="29487"/>
        </a:xfrm>
        <a:custGeom>
          <a:avLst/>
          <a:gdLst/>
          <a:ahLst/>
          <a:cxnLst/>
          <a:rect l="0" t="0" r="0" b="0"/>
          <a:pathLst>
            <a:path>
              <a:moveTo>
                <a:pt x="0" y="14743"/>
              </a:moveTo>
              <a:lnTo>
                <a:pt x="177468" y="14743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>
        <a:off x="4338963" y="1883076"/>
        <a:ext cx="8873" cy="8873"/>
      </dsp:txXfrm>
    </dsp:sp>
    <dsp:sp modelId="{4BFA1B9D-595B-484B-91ED-0D587B943CB3}">
      <dsp:nvSpPr>
        <dsp:cNvPr id="0" name=""/>
        <dsp:cNvSpPr/>
      </dsp:nvSpPr>
      <dsp:spPr>
        <a:xfrm>
          <a:off x="1523996" y="-124355"/>
          <a:ext cx="5638807" cy="192313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685" tIns="19685" rIns="19685" bIns="19685" numCol="1" spcCol="1270" anchor="ctr" anchorCtr="0">
          <a:noAutofit/>
        </a:bodyPr>
        <a:lstStyle/>
        <a:p>
          <a:pPr lvl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100" kern="1200" dirty="0" smtClean="0"/>
            <a:t>Output voltage regulation</a:t>
          </a:r>
          <a:endParaRPr lang="en-US" sz="3100" kern="1200" dirty="0"/>
        </a:p>
      </dsp:txBody>
      <dsp:txXfrm>
        <a:off x="2349780" y="157281"/>
        <a:ext cx="3987239" cy="1359861"/>
      </dsp:txXfrm>
    </dsp:sp>
    <dsp:sp modelId="{8C821309-5F6D-4256-B0E0-A01AE35E88D9}">
      <dsp:nvSpPr>
        <dsp:cNvPr id="0" name=""/>
        <dsp:cNvSpPr/>
      </dsp:nvSpPr>
      <dsp:spPr>
        <a:xfrm rot="5400000">
          <a:off x="4132289" y="3595670"/>
          <a:ext cx="422220" cy="29487"/>
        </a:xfrm>
        <a:custGeom>
          <a:avLst/>
          <a:gdLst/>
          <a:ahLst/>
          <a:cxnLst/>
          <a:rect l="0" t="0" r="0" b="0"/>
          <a:pathLst>
            <a:path>
              <a:moveTo>
                <a:pt x="0" y="14743"/>
              </a:moveTo>
              <a:lnTo>
                <a:pt x="422220" y="14743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>
        <a:off x="4332844" y="3599859"/>
        <a:ext cx="21111" cy="21111"/>
      </dsp:txXfrm>
    </dsp:sp>
    <dsp:sp modelId="{4432E783-59D7-4190-B57A-6B98C97D6386}">
      <dsp:nvSpPr>
        <dsp:cNvPr id="0" name=""/>
        <dsp:cNvSpPr/>
      </dsp:nvSpPr>
      <dsp:spPr>
        <a:xfrm>
          <a:off x="990598" y="3821524"/>
          <a:ext cx="6705602" cy="143363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685" tIns="19685" rIns="19685" bIns="19685" numCol="1" spcCol="1270" anchor="ctr" anchorCtr="0">
          <a:noAutofit/>
        </a:bodyPr>
        <a:lstStyle/>
        <a:p>
          <a:pPr lvl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100" kern="1200" dirty="0" smtClean="0"/>
            <a:t>Controlling power flow  between source and load </a:t>
          </a:r>
          <a:endParaRPr lang="en-US" sz="3100" kern="1200" dirty="0"/>
        </a:p>
      </dsp:txBody>
      <dsp:txXfrm>
        <a:off x="1972611" y="4031474"/>
        <a:ext cx="4741576" cy="101373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3C1527-7E0B-42DB-B4C6-0EB9AC0A7970}">
      <dsp:nvSpPr>
        <dsp:cNvPr id="0" name=""/>
        <dsp:cNvSpPr/>
      </dsp:nvSpPr>
      <dsp:spPr>
        <a:xfrm>
          <a:off x="2895616" y="2590819"/>
          <a:ext cx="1683543" cy="168354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DC/ DC Converter</a:t>
          </a:r>
          <a:endParaRPr lang="en-US" sz="2200" kern="1200" dirty="0"/>
        </a:p>
      </dsp:txBody>
      <dsp:txXfrm>
        <a:off x="3142165" y="2837368"/>
        <a:ext cx="1190445" cy="1190445"/>
      </dsp:txXfrm>
    </dsp:sp>
    <dsp:sp modelId="{5C1DD62F-35AE-40FB-B15D-0CE3EE5B5EEB}">
      <dsp:nvSpPr>
        <dsp:cNvPr id="0" name=""/>
        <dsp:cNvSpPr/>
      </dsp:nvSpPr>
      <dsp:spPr>
        <a:xfrm rot="17181991">
          <a:off x="3914336" y="1554112"/>
          <a:ext cx="530276" cy="57240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800" kern="1200"/>
        </a:p>
      </dsp:txBody>
      <dsp:txXfrm>
        <a:off x="3971464" y="1744911"/>
        <a:ext cx="371193" cy="343442"/>
      </dsp:txXfrm>
    </dsp:sp>
    <dsp:sp modelId="{6364B354-922B-441C-AA70-18D16BD31598}">
      <dsp:nvSpPr>
        <dsp:cNvPr id="0" name=""/>
        <dsp:cNvSpPr/>
      </dsp:nvSpPr>
      <dsp:spPr>
        <a:xfrm>
          <a:off x="240491" y="-17181"/>
          <a:ext cx="8525633" cy="168354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dirty="0" smtClean="0"/>
            <a:t>Providing low voltage (12V or 14V) for low voltage loads.</a:t>
          </a:r>
          <a:endParaRPr lang="en-US" sz="2800" kern="1200" dirty="0"/>
        </a:p>
      </dsp:txBody>
      <dsp:txXfrm>
        <a:off x="1489041" y="229368"/>
        <a:ext cx="6028533" cy="1190445"/>
      </dsp:txXfrm>
    </dsp:sp>
    <dsp:sp modelId="{5C734C3A-A7ED-494B-85A2-A274AF7C99B5}">
      <dsp:nvSpPr>
        <dsp:cNvPr id="0" name=""/>
        <dsp:cNvSpPr/>
      </dsp:nvSpPr>
      <dsp:spPr>
        <a:xfrm rot="20930581">
          <a:off x="4712127" y="2917239"/>
          <a:ext cx="374248" cy="57240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800" kern="1200"/>
        </a:p>
      </dsp:txBody>
      <dsp:txXfrm>
        <a:off x="4713188" y="3042582"/>
        <a:ext cx="261974" cy="343442"/>
      </dsp:txXfrm>
    </dsp:sp>
    <dsp:sp modelId="{D8B76BB2-DE8A-4E1A-B2F0-65B75F2A1549}">
      <dsp:nvSpPr>
        <dsp:cNvPr id="0" name=""/>
        <dsp:cNvSpPr/>
      </dsp:nvSpPr>
      <dsp:spPr>
        <a:xfrm>
          <a:off x="5105383" y="1904999"/>
          <a:ext cx="3797771" cy="176655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Boosting the voltage level of the battery</a:t>
          </a:r>
          <a:endParaRPr lang="en-US" sz="2400" kern="1200" dirty="0"/>
        </a:p>
      </dsp:txBody>
      <dsp:txXfrm>
        <a:off x="5661554" y="2163706"/>
        <a:ext cx="2685429" cy="1249145"/>
      </dsp:txXfrm>
    </dsp:sp>
    <dsp:sp modelId="{E12D37B8-7B78-4D2E-9B56-62F46D6108FE}">
      <dsp:nvSpPr>
        <dsp:cNvPr id="0" name=""/>
        <dsp:cNvSpPr/>
      </dsp:nvSpPr>
      <dsp:spPr>
        <a:xfrm rot="7958089">
          <a:off x="2781263" y="3997711"/>
          <a:ext cx="344676" cy="57240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800" kern="1200"/>
        </a:p>
      </dsp:txBody>
      <dsp:txXfrm rot="10800000">
        <a:off x="2867983" y="4074156"/>
        <a:ext cx="241273" cy="343442"/>
      </dsp:txXfrm>
    </dsp:sp>
    <dsp:sp modelId="{B564037C-EBE7-49B8-AE98-11F4F78C61EB}">
      <dsp:nvSpPr>
        <dsp:cNvPr id="0" name=""/>
        <dsp:cNvSpPr/>
      </dsp:nvSpPr>
      <dsp:spPr>
        <a:xfrm>
          <a:off x="-380995" y="4488656"/>
          <a:ext cx="4742206" cy="168354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dirty="0" smtClean="0"/>
            <a:t>Motor propulsion if the traction motor is a DC motor.</a:t>
          </a:r>
          <a:endParaRPr lang="en-US" sz="2800" kern="1200" dirty="0"/>
        </a:p>
      </dsp:txBody>
      <dsp:txXfrm>
        <a:off x="313485" y="4735205"/>
        <a:ext cx="3353246" cy="119044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3">
  <dgm:title val=""/>
  <dgm:desc val=""/>
  <dgm:catLst>
    <dgm:cat type="process" pri="6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 chOrder="t">
    <dgm:varLst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dummy" refType="w"/>
      <dgm:constr type="h" for="ch" forName="dummy" refType="h"/>
      <dgm:constr type="h" for="ch" forName="dummy" refType="w" refFor="ch" refForName="dummy" op="lte" fact="0.4"/>
      <dgm:constr type="ctrX" for="ch" forName="dummy" refType="w" fact="0.5"/>
      <dgm:constr type="ctrY" for="ch" forName="dummy" refType="h" fact="0.5"/>
      <dgm:constr type="w" for="ch" forName="linH" refType="w"/>
      <dgm:constr type="h" for="ch" forName="linH" refType="h"/>
      <dgm:constr type="ctrX" for="ch" forName="linH" refType="w" fact="0.5"/>
      <dgm:constr type="ctrY" for="ch" forName="linH" refType="h" fact="0.5"/>
      <dgm:constr type="userP" for="ch" forName="linH" refType="h" refFor="ch" refForName="dummy" fact="0.25"/>
      <dgm:constr type="userT" for="des" forName="parTx" refType="w" refFor="ch" refForName="dummy" fact="0.2"/>
    </dgm:constrLst>
    <dgm:ruleLst/>
    <dgm:layoutNode name="dummy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linH">
      <dgm:choose name="Name1">
        <dgm:if name="Name2" func="var" arg="dir" op="equ" val="norm">
          <dgm:alg type="lin">
            <dgm:param type="linDir" val="fromL"/>
            <dgm:param type="nodeVertAlign" val="t"/>
          </dgm:alg>
        </dgm:if>
        <dgm:else name="Name3">
          <dgm:alg type="lin">
            <dgm:param type="linDir" val="fromR"/>
            <dgm:param type="nodeVertAlign" val="t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primFontSz" for="des" forName="parTx" val="65"/>
        <dgm:constr type="primFontSz" for="des" forName="desTx" refType="primFontSz" refFor="des" refForName="parTx" op="equ"/>
        <dgm:constr type="h" for="des" forName="parTx" refType="primFontSz" refFor="des" refForName="parTx"/>
        <dgm:constr type="h" for="des" forName="desTx" refType="primFontSz" refFor="des" refForName="parTx" fact="0.5"/>
        <dgm:constr type="h" for="des" forName="parTx" op="equ"/>
        <dgm:constr type="h" for="des" forName="desTx" op="equ"/>
        <dgm:constr type="h" for="ch" forName="backgroundArrow" refType="primFontSz" refFor="des" refForName="parTx" fact="2"/>
        <dgm:constr type="h" for="ch" forName="backgroundArrow" refType="h" refFor="des" refForName="parTx" op="lte" fact="2"/>
        <dgm:constr type="h" for="ch" forName="backgroundArrow" refType="h" refFor="des" refForName="parTx" op="gte" fact="2"/>
        <dgm:constr type="h" for="des" forName="spVertical1" refType="primFontSz" refFor="des" refForName="parTx" fact="0.5"/>
        <dgm:constr type="h" for="des" forName="spVertical1" refType="h" refFor="des" refForName="parTx" op="lte" fact="0.5"/>
        <dgm:constr type="h" for="des" forName="spVertical1" refType="h" refFor="des" refForName="parTx" op="gte" fact="0.5"/>
        <dgm:constr type="h" for="des" forName="spVertical2" refType="primFontSz" refFor="des" refForName="parTx" fact="0.5"/>
        <dgm:constr type="h" for="des" forName="spVertical2" refType="h" refFor="des" refForName="parTx" op="lte" fact="0.5"/>
        <dgm:constr type="h" for="des" forName="spVertical2" refType="h" refFor="des" refForName="parTx" op="gte" fact="0.5"/>
        <dgm:constr type="h" for="des" forName="spVertical3" refType="primFontSz" refFor="des" refForName="parTx" fact="-0.4"/>
        <dgm:constr type="h" for="des" forName="spVertical3" refType="h" refFor="des" refForName="parTx" op="lte" fact="-0.4"/>
        <dgm:constr type="h" for="des" forName="spVertical3" refType="h" refFor="des" refForName="parTx" op="gte" fact="-0.4"/>
        <dgm:constr type="w" for="ch" forName="backgroundArrow" refType="w"/>
        <dgm:constr type="w" for="ch" forName="negArrow" refType="w" fact="-1"/>
        <dgm:constr type="w" for="ch" forName="linV" refType="w"/>
        <dgm:constr type="w" for="ch" forName="space" refType="w" refFor="ch" refForName="linV" fact="0.2"/>
        <dgm:constr type="w" for="ch" forName="padding1" refType="w" fact="0.08"/>
        <dgm:constr type="userP"/>
        <dgm:constr type="w" for="ch" forName="padding2" refType="userP"/>
      </dgm:constrLst>
      <dgm:ruleLst>
        <dgm:rule type="w" for="ch" forName="linV" val="0" fact="NaN" max="NaN"/>
        <dgm:rule type="primFontSz" for="des" forName="parTx" val="5" fact="NaN" max="NaN"/>
      </dgm:ruleLst>
      <dgm:layoutNode name="padding1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forEach name="Name4" axis="ch" ptType="node">
        <dgm:layoutNode name="linV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spVertical1" refType="w"/>
            <dgm:constr type="w" for="ch" forName="parTx" refType="w"/>
            <dgm:constr type="w" for="ch" forName="spVertical2" refType="w"/>
            <dgm:constr type="w" for="ch" forName="spVertical3" refType="w"/>
            <dgm:constr type="w" for="ch" forName="desTx" refType="w"/>
          </dgm:constrLst>
          <dgm:ruleLst/>
          <dgm:layoutNode name="spVertical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parTx" styleLbl="revTx">
            <dgm:varLst>
              <dgm:chMax val="0"/>
              <dgm:chPref val="0"/>
              <dgm:bulletEnabled val="1"/>
            </dgm:varLst>
            <dgm:choose name="Name5">
              <dgm:if name="Name6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7">
                <dgm:alg type="tx">
                  <dgm:param type="parTxLTRAlign" val="ctr"/>
                  <dgm:param type="parTxRTLAlign" val="ct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hoose name="Name8">
              <dgm:if name="Name9" func="var" arg="dir" op="equ" val="norm">
                <dgm:constrLst>
                  <dgm:constr type="userT"/>
                  <dgm:constr type="h" refType="userT" op="lte"/>
                  <dgm:constr type="tMarg" refType="primFontSz" fact="0.8"/>
                  <dgm:constr type="bMarg" refType="tMarg"/>
                  <dgm:constr type="lMarg"/>
                  <dgm:constr type="rMarg"/>
                </dgm:constrLst>
              </dgm:if>
              <dgm:else name="Name10">
                <dgm:constrLst>
                  <dgm:constr type="userT"/>
                  <dgm:constr type="h" refType="userT" op="lte"/>
                  <dgm:constr type="tMarg" refType="primFontSz" fact="0.8"/>
                  <dgm:constr type="bMarg" refType="tMarg"/>
                  <dgm:constr type="lMarg"/>
                  <dgm:constr type="rMarg"/>
                </dgm:constrLst>
              </dgm:else>
            </dgm:choose>
            <dgm:ruleLst>
              <dgm:rule type="h" val="INF" fact="NaN" max="NaN"/>
            </dgm:ruleLst>
          </dgm:layoutNode>
          <dgm:layoutNode name="spVertical2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spVertical3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choose name="Name11">
            <dgm:if name="Name12" axis="ch" ptType="node" func="cnt" op="gte" val="1">
              <dgm:layoutNode name="desTx" styleLbl="revTx">
                <dgm:varLst>
                  <dgm:bulletEnabled val="1"/>
                </dgm:varLst>
                <dgm:alg type="tx">
                  <dgm:param type="stBulletLvl" val="1"/>
                </dgm:alg>
                <dgm:shape xmlns:r="http://schemas.openxmlformats.org/officeDocument/2006/relationships" type="rect" r:blip="">
                  <dgm:adjLst/>
                </dgm:shape>
                <dgm:presOf axis="des" ptType="node"/>
                <dgm:constrLst>
                  <dgm:constr type="tMarg"/>
                  <dgm:constr type="bMarg"/>
                  <dgm:constr type="rMarg"/>
                  <dgm:constr type="lMarg"/>
                </dgm:constrLst>
                <dgm:ruleLst>
                  <dgm:rule type="h" val="INF" fact="NaN" max="NaN"/>
                </dgm:ruleLst>
              </dgm:layoutNode>
            </dgm:if>
            <dgm:else name="Name13"/>
          </dgm:choose>
        </dgm:layoutNod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  <dgm:layoutNode name="padding2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negArrow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backgroundArrow" styleLbl="node1">
        <dgm:alg type="sp"/>
        <dgm:choose name="Name15">
          <dgm:if name="Name16" func="var" arg="dir" op="equ" val="norm">
            <dgm:shape xmlns:r="http://schemas.openxmlformats.org/officeDocument/2006/relationships" type="rightArrow" r:blip="">
              <dgm:adjLst/>
            </dgm:shape>
          </dgm:if>
          <dgm:else name="Name17">
            <dgm:shape xmlns:r="http://schemas.openxmlformats.org/officeDocument/2006/relationships" type="leftArrow" r:blip="">
              <dgm:adjLst/>
            </dgm:shape>
          </dgm:else>
        </dgm:choose>
        <dgm:presOf/>
        <dgm:constrLst/>
        <dgm:ruleLst/>
      </dgm:layoutNode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radial1">
  <dgm:title val=""/>
  <dgm:desc val=""/>
  <dgm:catLst>
    <dgm:cat type="relationship" pri="22000"/>
    <dgm:cat type="cycle" pri="1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4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5">
        <dgm:alg type="cycle">
          <dgm:param type="stAng" val="0"/>
          <dgm:param type="spanAng" val="-360"/>
          <dgm:param type="ctrShpMap" val="fNode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op="equ"/>
      <dgm:constr type="sp" refType="w" refFor="ch" refForName="node" fact="0.3"/>
      <dgm:constr type="sibSp" refType="w" refFor="ch" refForName="node" fact="0.3"/>
      <dgm:constr type="primFontSz" for="ch" forName="centerShape" val="65"/>
      <dgm:constr type="primFontSz" for="des" forName="node" op="equ" val="65"/>
      <dgm:constr type="primFontSz" for="des" forName="connTx" val="55"/>
      <dgm:constr type="primFontSz" for="des" forName="connTx" refType="primFontSz" refFor="ch" refForName="centerShape" op="lte" fact="0.8"/>
    </dgm:constrLst>
    <dgm:ruleLst/>
    <dgm:forEach name="Name6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</dgm:constrLst>
        <dgm:ruleLst>
          <dgm:rule type="primFontSz" val="5" fact="NaN" max="NaN"/>
        </dgm:ruleLst>
      </dgm:layoutNode>
      <dgm:forEach name="Name7" axis="ch">
        <dgm:forEach name="Name8" axis="self" ptType="parTrans">
          <dgm:layoutNode name="Name9">
            <dgm:alg type="conn">
              <dgm:param type="dim" val="1D"/>
              <dgm:param type="begPts" val="auto"/>
              <dgm:param type="endPts" val="auto"/>
              <dgm:param type="begSty" val="noArr"/>
              <dgm:param type="endSty" val="no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connDist"/>
              <dgm:constr type="userA" for="ch" refType="connDist"/>
              <dgm:constr type="w" val="1"/>
              <dgm:constr type="h" val="5"/>
              <dgm:constr type="begPad"/>
              <dgm:constr type="endPad"/>
            </dgm:constrLst>
            <dgm:ruleLst/>
            <dgm:layoutNode name="connTx">
              <dgm:alg type="tx">
                <dgm:param type="autoTxRot" val="grav"/>
              </dgm:alg>
              <dgm:shape xmlns:r="http://schemas.openxmlformats.org/officeDocument/2006/relationships" type="rect" r:blip="" hideGeom="1">
                <dgm:adjLst/>
              </dgm:shape>
              <dgm:presOf axis="self"/>
              <dgm:constrLst>
                <dgm:constr type="userA"/>
                <dgm:constr type="w" refType="userA" fact="0.05"/>
                <dgm:constr type="h" refType="userA" fact="0.05"/>
                <dgm:constr type="lMarg" val="1"/>
                <dgm:constr type="rMarg" val="1"/>
                <dgm:constr type="tMarg"/>
                <dgm:constr type="bMarg"/>
              </dgm:constrLst>
              <dgm:ruleLst>
                <dgm:rule type="w" val="NaN" fact="0.8" max="NaN"/>
                <dgm:rule type="h" val="NaN" fact="1" max="NaN"/>
                <dgm:rule type="primFontSz" val="5" fact="NaN" max="NaN"/>
              </dgm:ruleLst>
            </dgm:layoutNode>
          </dgm:layoutNode>
        </dgm:forEach>
        <dgm:forEach name="Name10" axis="self" ptType="node">
          <dgm:layoutNode name="node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radial5">
  <dgm:title val=""/>
  <dgm:desc val=""/>
  <dgm:catLst>
    <dgm:cat type="relationship" pri="23000"/>
    <dgm:cat type="cycle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alg type="cycle">
          <dgm:param type="stAng" val="0"/>
          <dgm:param type="spanAng" val="360"/>
          <dgm:param type="ctrShpMap" val="fNode"/>
        </dgm:alg>
      </dgm:if>
      <dgm:else name="Name3">
        <dgm:alg type="cycle">
          <dgm:param type="stAng" val="0"/>
          <dgm:param type="spanAng" val="-360"/>
          <dgm:param type="ctrShpMap" val="fNode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parTrans" refType="w" refFor="ch" refForName="centerShape" fact="0.4"/>
      <dgm:constr type="w" for="ch" forName="node" refType="w" refFor="ch" refForName="centerShape" op="equ" fact="1.25"/>
      <dgm:constr type="sp" refType="w" refFor="ch" refForName="centerShape" op="equ" fact="0.4"/>
      <dgm:constr type="sibSp" refType="w" refFor="ch" refForName="node" fact="0.3"/>
      <dgm:constr type="primFontSz" for="ch" forName="centerShape" val="65"/>
      <dgm:constr type="primFontSz" for="des" forName="node" op="equ" val="65"/>
      <dgm:constr type="primFontSz" for="des" forName="node" refType="primFontSz" refFor="ch" refForName="centerShape" op="lte"/>
      <dgm:constr type="primFontSz" for="des" forName="connectorText" op="equ" val="55"/>
      <dgm:constr type="primFontSz" for="des" forName="connectorText" refType="primFontSz" refFor="ch" refForName="centerShape" op="lte" fact="0.8"/>
      <dgm:constr type="primFontSz" for="des" forName="connectorText" refType="primFontSz" refFor="des" refForName="node" op="lte"/>
    </dgm:constrLst>
    <dgm:choose name="Name4">
      <dgm:if name="Name5" axis="ch ch" ptType="node node" st="1 1" cnt="1 0" func="cnt" op="lte" val="6">
        <dgm:ruleLst>
          <dgm:rule type="w" for="ch" forName="node" val="NaN" fact="1" max="NaN"/>
        </dgm:ruleLst>
      </dgm:if>
      <dgm:if name="Name6" axis="ch ch" ptType="node node" st="1 1" cnt="1 0" func="cnt" op="lte" val="8">
        <dgm:ruleLst>
          <dgm:rule type="w" for="ch" forName="node" val="NaN" fact="0.9" max="NaN"/>
        </dgm:ruleLst>
      </dgm:if>
      <dgm:if name="Name7" axis="ch ch" ptType="node node" st="1 1" cnt="1 0" func="cnt" op="lte" val="10">
        <dgm:ruleLst>
          <dgm:rule type="w" for="ch" forName="node" val="NaN" fact="0.8" max="NaN"/>
        </dgm:ruleLst>
      </dgm:if>
      <dgm:if name="Name8" axis="ch ch" ptType="node node" st="1 1" cnt="1 0" func="cnt" op="lte" val="12">
        <dgm:ruleLst>
          <dgm:rule type="w" for="ch" forName="node" val="NaN" fact="0.7" max="NaN"/>
        </dgm:ruleLst>
      </dgm:if>
      <dgm:if name="Name9" axis="ch ch" ptType="node node" st="1 1" cnt="1 0" func="cnt" op="lte" val="14">
        <dgm:ruleLst>
          <dgm:rule type="w" for="ch" forName="node" val="NaN" fact="0.6" max="NaN"/>
        </dgm:ruleLst>
      </dgm:if>
      <dgm:else name="Name10">
        <dgm:ruleLst>
          <dgm:rule type="w" for="ch" forName="node" val="NaN" fact="0.5" max="NaN"/>
        </dgm:ruleLst>
      </dgm:else>
    </dgm:choose>
    <dgm:forEach name="Name11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12" axis="ch">
        <dgm:forEach name="Name13" axis="self" ptType="parTrans">
          <dgm:layoutNode name="parTrans" styleLbl="sibTrans2D1">
            <dgm:alg type="conn">
              <dgm:param type="begPts" val="auto"/>
              <dgm:param type="endPts" val="auto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h" refType="w" fact="0.85"/>
            </dgm:constrLst>
            <dgm:ruleLst/>
            <dgm:layoutNode name="connectorText">
              <dgm:alg type="tx">
                <dgm:param type="autoTxRot" val="grav"/>
              </dgm:alg>
              <dgm:shape xmlns:r="http://schemas.openxmlformats.org/officeDocument/2006/relationships" type="conn" r:blip="" hideGeom="1">
                <dgm:adjLst/>
              </dgm:shape>
              <dgm:presOf axis="self"/>
              <dgm:constrLst>
                <dgm:constr type="lMarg"/>
                <dgm:constr type="rMarg"/>
                <dgm:constr type="tMarg"/>
                <dgm:constr type="bMarg"/>
              </dgm:constrLst>
              <dgm:ruleLst>
                <dgm:rule type="primFontSz" val="5" fact="NaN" max="NaN"/>
              </dgm:ruleLst>
            </dgm:layoutNode>
          </dgm:layoutNode>
        </dgm:forEach>
        <dgm:forEach name="Name14" axis="self" ptType="node">
          <dgm:layoutNode name="node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w" val="INF" fact="NaN" max="NaN"/>
              <dgm:rule type="primFontSz" val="5" fact="NaN" max="NaN"/>
            </dgm:ruleLst>
          </dgm:layoutNode>
        </dgm:forEach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.wmf"/><Relationship Id="rId1" Type="http://schemas.openxmlformats.org/officeDocument/2006/relationships/image" Target="../media/image15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C07E80-53F7-4FB7-99F4-C89A0B66F008}" type="datetimeFigureOut">
              <a:rPr lang="en-US" smtClean="0"/>
              <a:pPr/>
              <a:t>3/18/2026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8B5980-DC27-43A5-9443-9EE00CEE94B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GB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GB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GB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GB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4.png"/><Relationship Id="rId7" Type="http://schemas.openxmlformats.org/officeDocument/2006/relationships/diagramColors" Target="../diagrams/colors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6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5.wmf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electrical4u.com/what-is-inductor-and-inductance-theory-of-inductor/" TargetMode="Externa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lectrical4u.com/voltage-or-electric-potential-difference/" TargetMode="External"/><Relationship Id="rId2" Type="http://schemas.openxmlformats.org/officeDocument/2006/relationships/hyperlink" Target="https://www.electrical4u.com/diode-working-principle-and-types-of-diode/" TargetMode="Externa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3600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sz="4900" dirty="0" smtClean="0"/>
              <a:t>Power Electronics (DC-DC) Converters in E-mobility </a:t>
            </a:r>
            <a:endParaRPr lang="en-US" sz="4900" dirty="0"/>
          </a:p>
        </p:txBody>
      </p:sp>
      <p:sp>
        <p:nvSpPr>
          <p:cNvPr id="3" name="TextBox 2"/>
          <p:cNvSpPr txBox="1"/>
          <p:nvPr/>
        </p:nvSpPr>
        <p:spPr>
          <a:xfrm>
            <a:off x="1828800" y="4648200"/>
            <a:ext cx="449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 err="1" smtClean="0"/>
              <a:t>Dr.</a:t>
            </a:r>
            <a:r>
              <a:rPr lang="en-IN" sz="2400" dirty="0" smtClean="0"/>
              <a:t> Sachin Argade </a:t>
            </a:r>
            <a:endParaRPr lang="en-IN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>
          <a:xfrm>
            <a:off x="339725" y="274638"/>
            <a:ext cx="8499475" cy="846137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Electric Vehicles (EVs) and Charging 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57200" y="4191000"/>
          <a:ext cx="64008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745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Level Of Charging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Description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Level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Ideal for single phase connection.</a:t>
                      </a:r>
                      <a:r>
                        <a:rPr lang="en-US" baseline="0" dirty="0">
                          <a:latin typeface="Arial" pitchFamily="34" charset="0"/>
                          <a:cs typeface="Arial" pitchFamily="34" charset="0"/>
                        </a:rPr>
                        <a:t> Slow charging.</a:t>
                      </a:r>
                      <a:endParaRPr lang="en-U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3643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Level</a:t>
                      </a:r>
                      <a:r>
                        <a:rPr lang="en-US" baseline="0" dirty="0">
                          <a:latin typeface="Arial" pitchFamily="34" charset="0"/>
                          <a:cs typeface="Arial" pitchFamily="34" charset="0"/>
                        </a:rPr>
                        <a:t> 2</a:t>
                      </a:r>
                      <a:endParaRPr lang="en-U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Household</a:t>
                      </a:r>
                      <a:r>
                        <a:rPr lang="en-US" baseline="0" dirty="0">
                          <a:latin typeface="Arial" pitchFamily="34" charset="0"/>
                          <a:cs typeface="Arial" pitchFamily="34" charset="0"/>
                        </a:rPr>
                        <a:t> charging with 2 phase connection. Fast charging .</a:t>
                      </a:r>
                      <a:endParaRPr lang="en-U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Level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itchFamily="34" charset="0"/>
                          <a:cs typeface="Arial" pitchFamily="34" charset="0"/>
                        </a:rPr>
                        <a:t>Fastest  among </a:t>
                      </a:r>
                      <a:r>
                        <a:rPr lang="en-US" baseline="0" dirty="0">
                          <a:latin typeface="Arial" pitchFamily="34" charset="0"/>
                          <a:cs typeface="Arial" pitchFamily="34" charset="0"/>
                        </a:rPr>
                        <a:t> all charging levels. DC charging. </a:t>
                      </a:r>
                      <a:endParaRPr lang="en-U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5" name="Picture 4" descr="ford-focus-electric-57k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52400" y="1219200"/>
            <a:ext cx="4191000" cy="2971800"/>
          </a:xfrm>
          <a:prstGeom prst="rect">
            <a:avLst/>
          </a:prstGeom>
        </p:spPr>
      </p:pic>
      <p:pic>
        <p:nvPicPr>
          <p:cNvPr id="7" name="Picture 6" descr="EV Residential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648200" y="1212574"/>
            <a:ext cx="4419600" cy="2978426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6934200" y="3048000"/>
            <a:ext cx="1447800" cy="1066800"/>
          </a:xfrm>
          <a:prstGeom prst="ellipse">
            <a:avLst/>
          </a:prstGeom>
          <a:solidFill>
            <a:schemeClr val="accent1">
              <a:alpha val="0"/>
            </a:schemeClr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Role of </a:t>
            </a:r>
            <a:r>
              <a:rPr lang="en-US" dirty="0" err="1" smtClean="0"/>
              <a:t>Emobility</a:t>
            </a:r>
            <a:r>
              <a:rPr lang="en-US" dirty="0" smtClean="0"/>
              <a:t> Engineers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Knowing construction of PEV, HEV etc </a:t>
            </a:r>
          </a:p>
          <a:p>
            <a:r>
              <a:rPr lang="en-US" dirty="0" smtClean="0"/>
              <a:t>knowing working of PEV, HEV etc </a:t>
            </a:r>
          </a:p>
          <a:p>
            <a:r>
              <a:rPr lang="en-US" dirty="0" smtClean="0"/>
              <a:t>Knowing EV charging Issues on Power System </a:t>
            </a:r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578274"/>
            <a:ext cx="9144000" cy="52797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457200"/>
            <a:ext cx="9058275" cy="866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7" name="Diagram 6"/>
          <p:cNvGraphicFramePr/>
          <p:nvPr/>
        </p:nvGraphicFramePr>
        <p:xfrm>
          <a:off x="-762000" y="838200"/>
          <a:ext cx="2819400" cy="1117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AsOne/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200" y="1295400"/>
            <a:ext cx="7764992" cy="441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1000" y="1219200"/>
            <a:ext cx="8350840" cy="419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5800" y="990600"/>
            <a:ext cx="8086916" cy="480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3400" y="914400"/>
            <a:ext cx="7861986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762000"/>
            <a:ext cx="8341817" cy="449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3400" y="1143000"/>
            <a:ext cx="8263994" cy="396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1219200"/>
            <a:ext cx="8487318" cy="381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200" y="1143000"/>
            <a:ext cx="8501063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410555"/>
            <a:ext cx="9144000" cy="60368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90297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52400"/>
            <a:ext cx="8610600" cy="6477000"/>
          </a:xfrm>
        </p:spPr>
        <p:txBody>
          <a:bodyPr/>
          <a:lstStyle/>
          <a:p>
            <a:r>
              <a:rPr lang="en-US" dirty="0" smtClean="0"/>
              <a:t>A DC/DC converter in its basic form converts unregulated DC input voltage at a certain level to a regulated DC output voltage at a different level with very high conversion efficiency (&gt;90%).</a:t>
            </a:r>
          </a:p>
          <a:p>
            <a:r>
              <a:rPr lang="en-US" dirty="0" smtClean="0"/>
              <a:t>Modern day DC/DC converters are operated at high frequencies (10 kHz - 1 MHz).</a:t>
            </a:r>
          </a:p>
          <a:p>
            <a:r>
              <a:rPr lang="en-US" dirty="0" smtClean="0"/>
              <a:t>The size of the components such as inductors, transformers, and capacitors are reduced at high frequency operation</a:t>
            </a:r>
          </a:p>
          <a:p>
            <a:r>
              <a:rPr lang="en-US" dirty="0" smtClean="0"/>
              <a:t>Transistors such as MOSFETs and IGBTs are used as switches.</a:t>
            </a:r>
          </a:p>
          <a:p>
            <a:endParaRPr lang="en-US" dirty="0"/>
          </a:p>
        </p:txBody>
      </p:sp>
      <p:grpSp>
        <p:nvGrpSpPr>
          <p:cNvPr id="12" name="Group 11"/>
          <p:cNvGrpSpPr/>
          <p:nvPr/>
        </p:nvGrpSpPr>
        <p:grpSpPr>
          <a:xfrm>
            <a:off x="5029200" y="5257800"/>
            <a:ext cx="4267200" cy="1600200"/>
            <a:chOff x="5029200" y="5257800"/>
            <a:chExt cx="4267200" cy="1600200"/>
          </a:xfrm>
        </p:grpSpPr>
        <p:sp>
          <p:nvSpPr>
            <p:cNvPr id="7" name="Oval 6"/>
            <p:cNvSpPr/>
            <p:nvPr/>
          </p:nvSpPr>
          <p:spPr>
            <a:xfrm>
              <a:off x="5029200" y="5257800"/>
              <a:ext cx="4267200" cy="1600200"/>
            </a:xfrm>
            <a:prstGeom prst="ellipse">
              <a:avLst/>
            </a:prstGeom>
            <a:solidFill>
              <a:schemeClr val="accent1">
                <a:alpha val="77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5638800" y="5486400"/>
              <a:ext cx="3200400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/>
                <a:t>is preferred in low</a:t>
              </a:r>
            </a:p>
            <a:p>
              <a:r>
                <a:rPr lang="en-US" sz="2400" dirty="0" smtClean="0"/>
                <a:t>frequency high power applications</a:t>
              </a:r>
              <a:endParaRPr lang="en-US" sz="2400" dirty="0"/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2057400" y="5410200"/>
            <a:ext cx="4267200" cy="1600200"/>
            <a:chOff x="4876800" y="3429000"/>
            <a:chExt cx="4267200" cy="1600200"/>
          </a:xfrm>
        </p:grpSpPr>
        <p:sp>
          <p:nvSpPr>
            <p:cNvPr id="9" name="Oval 8"/>
            <p:cNvSpPr/>
            <p:nvPr/>
          </p:nvSpPr>
          <p:spPr>
            <a:xfrm>
              <a:off x="4876800" y="3429000"/>
              <a:ext cx="4267200" cy="1600200"/>
            </a:xfrm>
            <a:prstGeom prst="ellipse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486400" y="3581400"/>
              <a:ext cx="3200400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/>
                <a:t>is preferred in low</a:t>
              </a:r>
            </a:p>
            <a:p>
              <a:r>
                <a:rPr lang="en-US" sz="2400" dirty="0" smtClean="0"/>
                <a:t>frequency high power applications</a:t>
              </a:r>
              <a:endParaRPr lang="en-US" sz="24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2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xit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8" presetClass="exit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in)">
                                      <p:cBhvr>
                                        <p:cTn id="41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52400"/>
            <a:ext cx="8153400" cy="1066800"/>
          </a:xfrm>
        </p:spPr>
        <p:txBody>
          <a:bodyPr>
            <a:normAutofit/>
          </a:bodyPr>
          <a:lstStyle/>
          <a:p>
            <a:r>
              <a:rPr lang="en-US" dirty="0" smtClean="0"/>
              <a:t>Selection and design considerations of DC/DC converters are important factors</a:t>
            </a:r>
            <a:endParaRPr lang="en-US" dirty="0"/>
          </a:p>
        </p:txBody>
      </p:sp>
      <p:graphicFrame>
        <p:nvGraphicFramePr>
          <p:cNvPr id="4" name="Diagram 3"/>
          <p:cNvGraphicFramePr/>
          <p:nvPr/>
        </p:nvGraphicFramePr>
        <p:xfrm>
          <a:off x="304800" y="1371600"/>
          <a:ext cx="8686800" cy="5130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Graphic spid="4" grpId="0">
        <p:bldAsOne/>
      </p:bldGraphic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381000" y="381000"/>
          <a:ext cx="8534400" cy="6172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Up Arrow 4"/>
          <p:cNvSpPr/>
          <p:nvPr/>
        </p:nvSpPr>
        <p:spPr>
          <a:xfrm>
            <a:off x="6477000" y="3962400"/>
            <a:ext cx="2514600" cy="274320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To match voltage of DC bus voltage 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AsOne/>
      </p:bldGraphic>
      <p:bldP spid="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4953000" y="1600200"/>
            <a:ext cx="4191000" cy="2743200"/>
            <a:chOff x="5867400" y="1981200"/>
            <a:chExt cx="2959608" cy="2743200"/>
          </a:xfrm>
        </p:grpSpPr>
        <p:sp>
          <p:nvSpPr>
            <p:cNvPr id="5" name="Right Arrow 4"/>
            <p:cNvSpPr/>
            <p:nvPr/>
          </p:nvSpPr>
          <p:spPr>
            <a:xfrm>
              <a:off x="5867400" y="1981200"/>
              <a:ext cx="2959608" cy="2743200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6136455" y="2895600"/>
              <a:ext cx="2438400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 smtClean="0"/>
                <a:t>300 V and Higher </a:t>
              </a:r>
              <a:endParaRPr lang="en-US" sz="3200" dirty="0"/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0" y="1981200"/>
            <a:ext cx="1143000" cy="1828800"/>
            <a:chOff x="5867400" y="1981200"/>
            <a:chExt cx="2959608" cy="2743200"/>
          </a:xfrm>
        </p:grpSpPr>
        <p:sp>
          <p:nvSpPr>
            <p:cNvPr id="9" name="Right Arrow 8"/>
            <p:cNvSpPr/>
            <p:nvPr/>
          </p:nvSpPr>
          <p:spPr>
            <a:xfrm>
              <a:off x="5867400" y="1981200"/>
              <a:ext cx="2959608" cy="2743200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6395901" y="3009900"/>
              <a:ext cx="1828799" cy="6578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 smtClean="0"/>
                <a:t>6V </a:t>
              </a:r>
              <a:endParaRPr lang="en-US" sz="3200" dirty="0"/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1143000" y="1752600"/>
            <a:ext cx="1600200" cy="2286000"/>
            <a:chOff x="5867400" y="1981200"/>
            <a:chExt cx="2959608" cy="2743200"/>
          </a:xfrm>
        </p:grpSpPr>
        <p:sp>
          <p:nvSpPr>
            <p:cNvPr id="12" name="Right Arrow 11"/>
            <p:cNvSpPr/>
            <p:nvPr/>
          </p:nvSpPr>
          <p:spPr>
            <a:xfrm>
              <a:off x="5867400" y="1981200"/>
              <a:ext cx="2959608" cy="2743200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6395901" y="3060688"/>
              <a:ext cx="1828800" cy="6578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 smtClean="0"/>
                <a:t>12 V</a:t>
              </a:r>
              <a:endParaRPr lang="en-US" sz="3200" dirty="0"/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2743200" y="1676400"/>
            <a:ext cx="2133600" cy="2438400"/>
            <a:chOff x="5867400" y="1981200"/>
            <a:chExt cx="2959608" cy="2743200"/>
          </a:xfrm>
        </p:grpSpPr>
        <p:sp>
          <p:nvSpPr>
            <p:cNvPr id="15" name="Right Arrow 14"/>
            <p:cNvSpPr/>
            <p:nvPr/>
          </p:nvSpPr>
          <p:spPr>
            <a:xfrm>
              <a:off x="5867400" y="1981200"/>
              <a:ext cx="2959608" cy="2743200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6501602" y="3009900"/>
              <a:ext cx="1828799" cy="6578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 smtClean="0"/>
                <a:t>42 V </a:t>
              </a:r>
              <a:endParaRPr lang="en-US" sz="3200" dirty="0"/>
            </a:p>
          </p:txBody>
        </p:sp>
      </p:grpSp>
      <p:sp>
        <p:nvSpPr>
          <p:cNvPr id="17" name="TextBox 16"/>
          <p:cNvSpPr txBox="1"/>
          <p:nvPr/>
        </p:nvSpPr>
        <p:spPr>
          <a:xfrm>
            <a:off x="1219200" y="4876800"/>
            <a:ext cx="6629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/>
              <a:t>Need For PEC</a:t>
            </a:r>
            <a:endParaRPr lang="en-US" sz="4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2"/>
          <p:cNvSpPr>
            <a:spLocks noGrp="1" noChangeArrowheads="1"/>
          </p:cNvSpPr>
          <p:nvPr>
            <p:ph type="title"/>
          </p:nvPr>
        </p:nvSpPr>
        <p:spPr>
          <a:xfrm>
            <a:off x="215900" y="274638"/>
            <a:ext cx="8712200" cy="1143000"/>
          </a:xfrm>
        </p:spPr>
        <p:txBody>
          <a:bodyPr/>
          <a:lstStyle/>
          <a:p>
            <a:pPr eaLnBrk="1" hangingPunct="1"/>
            <a:r>
              <a:rPr lang="en-US" sz="2800" b="1" smtClean="0"/>
              <a:t>Inefficient DC−DC converter</a:t>
            </a:r>
          </a:p>
        </p:txBody>
      </p:sp>
      <p:graphicFrame>
        <p:nvGraphicFramePr>
          <p:cNvPr id="2050" name="Object 56"/>
          <p:cNvGraphicFramePr>
            <a:graphicFrameLocks noGrp="1" noChangeAspect="1"/>
          </p:cNvGraphicFramePr>
          <p:nvPr>
            <p:ph sz="half" idx="1"/>
          </p:nvPr>
        </p:nvGraphicFramePr>
        <p:xfrm>
          <a:off x="3455988" y="3321050"/>
          <a:ext cx="2355850" cy="817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92" name="Equation" r:id="rId3" imgW="1244600" imgH="431800" progId="Equation.3">
                  <p:embed/>
                </p:oleObj>
              </mc:Choice>
              <mc:Fallback>
                <p:oleObj name="Equation" r:id="rId3" imgW="1244600" imgH="431800" progId="Equation.3">
                  <p:embed/>
                  <p:pic>
                    <p:nvPicPr>
                      <p:cNvPr id="0" name="Object 56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55988" y="3321050"/>
                        <a:ext cx="2355850" cy="8175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1" name="Object 58"/>
          <p:cNvGraphicFramePr>
            <a:graphicFrameLocks noGrp="1" noChangeAspect="1"/>
          </p:cNvGraphicFramePr>
          <p:nvPr>
            <p:ph sz="half" idx="2"/>
          </p:nvPr>
        </p:nvGraphicFramePr>
        <p:xfrm>
          <a:off x="3492500" y="4291013"/>
          <a:ext cx="2319338" cy="830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93" name="Equation" r:id="rId5" imgW="1206500" imgH="431800" progId="Equation.3">
                  <p:embed/>
                </p:oleObj>
              </mc:Choice>
              <mc:Fallback>
                <p:oleObj name="Equation" r:id="rId5" imgW="1206500" imgH="431800" progId="Equation.3">
                  <p:embed/>
                  <p:pic>
                    <p:nvPicPr>
                      <p:cNvPr id="0" name="Object 58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2500" y="4291013"/>
                        <a:ext cx="2319338" cy="8302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3" name="Slide Number Placeholder 6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1D74C054-98C5-4C51-A7AE-F3A578BBAAB7}" type="slidenum">
              <a:rPr lang="en-US" smtClean="0">
                <a:solidFill>
                  <a:schemeClr val="tx1"/>
                </a:solidFill>
              </a:rPr>
              <a:pPr/>
              <a:t>18</a:t>
            </a:fld>
            <a:endParaRPr lang="en-US" smtClean="0">
              <a:solidFill>
                <a:schemeClr val="tx1"/>
              </a:solidFill>
            </a:endParaRPr>
          </a:p>
        </p:txBody>
      </p:sp>
      <p:grpSp>
        <p:nvGrpSpPr>
          <p:cNvPr id="2" name="Group 57"/>
          <p:cNvGrpSpPr>
            <a:grpSpLocks/>
          </p:cNvGrpSpPr>
          <p:nvPr/>
        </p:nvGrpSpPr>
        <p:grpSpPr bwMode="auto">
          <a:xfrm>
            <a:off x="2663825" y="1449388"/>
            <a:ext cx="3779838" cy="1692275"/>
            <a:chOff x="907" y="3022"/>
            <a:chExt cx="2381" cy="1066"/>
          </a:xfrm>
        </p:grpSpPr>
        <p:grpSp>
          <p:nvGrpSpPr>
            <p:cNvPr id="3" name="Group 16"/>
            <p:cNvGrpSpPr>
              <a:grpSpLocks/>
            </p:cNvGrpSpPr>
            <p:nvPr/>
          </p:nvGrpSpPr>
          <p:grpSpPr bwMode="auto">
            <a:xfrm>
              <a:off x="1360" y="3657"/>
              <a:ext cx="318" cy="91"/>
              <a:chOff x="1383" y="3612"/>
              <a:chExt cx="250" cy="68"/>
            </a:xfrm>
          </p:grpSpPr>
          <p:sp>
            <p:nvSpPr>
              <p:cNvPr id="2098" name="Line 17"/>
              <p:cNvSpPr>
                <a:spLocks noChangeShapeType="1"/>
              </p:cNvSpPr>
              <p:nvPr/>
            </p:nvSpPr>
            <p:spPr bwMode="auto">
              <a:xfrm>
                <a:off x="1383" y="3612"/>
                <a:ext cx="25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99" name="Line 18"/>
              <p:cNvSpPr>
                <a:spLocks noChangeShapeType="1"/>
              </p:cNvSpPr>
              <p:nvPr/>
            </p:nvSpPr>
            <p:spPr bwMode="auto">
              <a:xfrm>
                <a:off x="1451" y="3680"/>
                <a:ext cx="11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061" name="Line 19"/>
            <p:cNvSpPr>
              <a:spLocks noChangeShapeType="1"/>
            </p:cNvSpPr>
            <p:nvPr/>
          </p:nvSpPr>
          <p:spPr bwMode="auto">
            <a:xfrm flipV="1">
              <a:off x="1519" y="3339"/>
              <a:ext cx="0" cy="31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62" name="Line 20"/>
            <p:cNvSpPr>
              <a:spLocks noChangeShapeType="1"/>
            </p:cNvSpPr>
            <p:nvPr/>
          </p:nvSpPr>
          <p:spPr bwMode="auto">
            <a:xfrm flipH="1" flipV="1">
              <a:off x="1519" y="3339"/>
              <a:ext cx="45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4" name="Group 21"/>
            <p:cNvGrpSpPr>
              <a:grpSpLocks/>
            </p:cNvGrpSpPr>
            <p:nvPr/>
          </p:nvGrpSpPr>
          <p:grpSpPr bwMode="auto">
            <a:xfrm>
              <a:off x="1973" y="3270"/>
              <a:ext cx="363" cy="137"/>
              <a:chOff x="1973" y="3248"/>
              <a:chExt cx="454" cy="182"/>
            </a:xfrm>
          </p:grpSpPr>
          <p:sp>
            <p:nvSpPr>
              <p:cNvPr id="2086" name="Line 22"/>
              <p:cNvSpPr>
                <a:spLocks noChangeShapeType="1"/>
              </p:cNvSpPr>
              <p:nvPr/>
            </p:nvSpPr>
            <p:spPr bwMode="auto">
              <a:xfrm flipV="1">
                <a:off x="1973" y="3249"/>
                <a:ext cx="46" cy="9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5" name="Group 23"/>
              <p:cNvGrpSpPr>
                <a:grpSpLocks/>
              </p:cNvGrpSpPr>
              <p:nvPr/>
            </p:nvGrpSpPr>
            <p:grpSpPr bwMode="auto">
              <a:xfrm>
                <a:off x="2018" y="3248"/>
                <a:ext cx="183" cy="181"/>
                <a:chOff x="2199" y="3248"/>
                <a:chExt cx="183" cy="181"/>
              </a:xfrm>
            </p:grpSpPr>
            <p:sp>
              <p:nvSpPr>
                <p:cNvPr id="2094" name="Line 24"/>
                <p:cNvSpPr>
                  <a:spLocks noChangeShapeType="1"/>
                </p:cNvSpPr>
                <p:nvPr/>
              </p:nvSpPr>
              <p:spPr bwMode="auto">
                <a:xfrm>
                  <a:off x="2199" y="3248"/>
                  <a:ext cx="46" cy="9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95" name="Line 25"/>
                <p:cNvSpPr>
                  <a:spLocks noChangeShapeType="1"/>
                </p:cNvSpPr>
                <p:nvPr/>
              </p:nvSpPr>
              <p:spPr bwMode="auto">
                <a:xfrm>
                  <a:off x="2245" y="3339"/>
                  <a:ext cx="46" cy="9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96" name="Line 26"/>
                <p:cNvSpPr>
                  <a:spLocks noChangeShapeType="1"/>
                </p:cNvSpPr>
                <p:nvPr/>
              </p:nvSpPr>
              <p:spPr bwMode="auto">
                <a:xfrm flipV="1">
                  <a:off x="2290" y="3339"/>
                  <a:ext cx="46" cy="9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97" name="Line 27"/>
                <p:cNvSpPr>
                  <a:spLocks noChangeShapeType="1"/>
                </p:cNvSpPr>
                <p:nvPr/>
              </p:nvSpPr>
              <p:spPr bwMode="auto">
                <a:xfrm flipV="1">
                  <a:off x="2336" y="3249"/>
                  <a:ext cx="46" cy="9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6" name="Group 28"/>
              <p:cNvGrpSpPr>
                <a:grpSpLocks/>
              </p:cNvGrpSpPr>
              <p:nvPr/>
            </p:nvGrpSpPr>
            <p:grpSpPr bwMode="auto">
              <a:xfrm>
                <a:off x="2198" y="3249"/>
                <a:ext cx="183" cy="181"/>
                <a:chOff x="2199" y="3248"/>
                <a:chExt cx="183" cy="181"/>
              </a:xfrm>
            </p:grpSpPr>
            <p:sp>
              <p:nvSpPr>
                <p:cNvPr id="2090" name="Line 29"/>
                <p:cNvSpPr>
                  <a:spLocks noChangeShapeType="1"/>
                </p:cNvSpPr>
                <p:nvPr/>
              </p:nvSpPr>
              <p:spPr bwMode="auto">
                <a:xfrm>
                  <a:off x="2199" y="3248"/>
                  <a:ext cx="46" cy="9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91" name="Line 30"/>
                <p:cNvSpPr>
                  <a:spLocks noChangeShapeType="1"/>
                </p:cNvSpPr>
                <p:nvPr/>
              </p:nvSpPr>
              <p:spPr bwMode="auto">
                <a:xfrm>
                  <a:off x="2245" y="3339"/>
                  <a:ext cx="46" cy="9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92" name="Line 31"/>
                <p:cNvSpPr>
                  <a:spLocks noChangeShapeType="1"/>
                </p:cNvSpPr>
                <p:nvPr/>
              </p:nvSpPr>
              <p:spPr bwMode="auto">
                <a:xfrm flipV="1">
                  <a:off x="2290" y="3339"/>
                  <a:ext cx="46" cy="9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93" name="Line 32"/>
                <p:cNvSpPr>
                  <a:spLocks noChangeShapeType="1"/>
                </p:cNvSpPr>
                <p:nvPr/>
              </p:nvSpPr>
              <p:spPr bwMode="auto">
                <a:xfrm flipV="1">
                  <a:off x="2336" y="3249"/>
                  <a:ext cx="46" cy="9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2089" name="Line 33"/>
              <p:cNvSpPr>
                <a:spLocks noChangeShapeType="1"/>
              </p:cNvSpPr>
              <p:nvPr/>
            </p:nvSpPr>
            <p:spPr bwMode="auto">
              <a:xfrm>
                <a:off x="2381" y="3249"/>
                <a:ext cx="46" cy="9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064" name="Line 34"/>
            <p:cNvSpPr>
              <a:spLocks noChangeShapeType="1"/>
            </p:cNvSpPr>
            <p:nvPr/>
          </p:nvSpPr>
          <p:spPr bwMode="auto">
            <a:xfrm flipH="1" flipV="1">
              <a:off x="2336" y="3339"/>
              <a:ext cx="45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7" name="Group 35"/>
            <p:cNvGrpSpPr>
              <a:grpSpLocks/>
            </p:cNvGrpSpPr>
            <p:nvPr/>
          </p:nvGrpSpPr>
          <p:grpSpPr bwMode="auto">
            <a:xfrm rot="5247832">
              <a:off x="2639" y="3622"/>
              <a:ext cx="295" cy="137"/>
              <a:chOff x="1973" y="3248"/>
              <a:chExt cx="454" cy="182"/>
            </a:xfrm>
          </p:grpSpPr>
          <p:sp>
            <p:nvSpPr>
              <p:cNvPr id="2074" name="Line 36"/>
              <p:cNvSpPr>
                <a:spLocks noChangeShapeType="1"/>
              </p:cNvSpPr>
              <p:nvPr/>
            </p:nvSpPr>
            <p:spPr bwMode="auto">
              <a:xfrm flipV="1">
                <a:off x="1973" y="3249"/>
                <a:ext cx="46" cy="9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8" name="Group 37"/>
              <p:cNvGrpSpPr>
                <a:grpSpLocks/>
              </p:cNvGrpSpPr>
              <p:nvPr/>
            </p:nvGrpSpPr>
            <p:grpSpPr bwMode="auto">
              <a:xfrm>
                <a:off x="2018" y="3248"/>
                <a:ext cx="183" cy="181"/>
                <a:chOff x="2199" y="3248"/>
                <a:chExt cx="183" cy="181"/>
              </a:xfrm>
            </p:grpSpPr>
            <p:sp>
              <p:nvSpPr>
                <p:cNvPr id="2082" name="Line 38"/>
                <p:cNvSpPr>
                  <a:spLocks noChangeShapeType="1"/>
                </p:cNvSpPr>
                <p:nvPr/>
              </p:nvSpPr>
              <p:spPr bwMode="auto">
                <a:xfrm>
                  <a:off x="2199" y="3248"/>
                  <a:ext cx="46" cy="9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83" name="Line 39"/>
                <p:cNvSpPr>
                  <a:spLocks noChangeShapeType="1"/>
                </p:cNvSpPr>
                <p:nvPr/>
              </p:nvSpPr>
              <p:spPr bwMode="auto">
                <a:xfrm>
                  <a:off x="2245" y="3339"/>
                  <a:ext cx="46" cy="9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84" name="Line 40"/>
                <p:cNvSpPr>
                  <a:spLocks noChangeShapeType="1"/>
                </p:cNvSpPr>
                <p:nvPr/>
              </p:nvSpPr>
              <p:spPr bwMode="auto">
                <a:xfrm flipV="1">
                  <a:off x="2290" y="3339"/>
                  <a:ext cx="46" cy="9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85" name="Line 41"/>
                <p:cNvSpPr>
                  <a:spLocks noChangeShapeType="1"/>
                </p:cNvSpPr>
                <p:nvPr/>
              </p:nvSpPr>
              <p:spPr bwMode="auto">
                <a:xfrm flipV="1">
                  <a:off x="2336" y="3249"/>
                  <a:ext cx="46" cy="9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9" name="Group 42"/>
              <p:cNvGrpSpPr>
                <a:grpSpLocks/>
              </p:cNvGrpSpPr>
              <p:nvPr/>
            </p:nvGrpSpPr>
            <p:grpSpPr bwMode="auto">
              <a:xfrm>
                <a:off x="2198" y="3249"/>
                <a:ext cx="183" cy="181"/>
                <a:chOff x="2199" y="3248"/>
                <a:chExt cx="183" cy="181"/>
              </a:xfrm>
            </p:grpSpPr>
            <p:sp>
              <p:nvSpPr>
                <p:cNvPr id="2078" name="Line 43"/>
                <p:cNvSpPr>
                  <a:spLocks noChangeShapeType="1"/>
                </p:cNvSpPr>
                <p:nvPr/>
              </p:nvSpPr>
              <p:spPr bwMode="auto">
                <a:xfrm>
                  <a:off x="2199" y="3248"/>
                  <a:ext cx="46" cy="9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79" name="Line 44"/>
                <p:cNvSpPr>
                  <a:spLocks noChangeShapeType="1"/>
                </p:cNvSpPr>
                <p:nvPr/>
              </p:nvSpPr>
              <p:spPr bwMode="auto">
                <a:xfrm>
                  <a:off x="2245" y="3339"/>
                  <a:ext cx="46" cy="9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80" name="Line 45"/>
                <p:cNvSpPr>
                  <a:spLocks noChangeShapeType="1"/>
                </p:cNvSpPr>
                <p:nvPr/>
              </p:nvSpPr>
              <p:spPr bwMode="auto">
                <a:xfrm flipV="1">
                  <a:off x="2290" y="3339"/>
                  <a:ext cx="46" cy="9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81" name="Line 46"/>
                <p:cNvSpPr>
                  <a:spLocks noChangeShapeType="1"/>
                </p:cNvSpPr>
                <p:nvPr/>
              </p:nvSpPr>
              <p:spPr bwMode="auto">
                <a:xfrm flipV="1">
                  <a:off x="2336" y="3249"/>
                  <a:ext cx="46" cy="9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2077" name="Line 47"/>
              <p:cNvSpPr>
                <a:spLocks noChangeShapeType="1"/>
              </p:cNvSpPr>
              <p:nvPr/>
            </p:nvSpPr>
            <p:spPr bwMode="auto">
              <a:xfrm>
                <a:off x="2381" y="3249"/>
                <a:ext cx="46" cy="9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066" name="Line 48"/>
            <p:cNvSpPr>
              <a:spLocks noChangeShapeType="1"/>
            </p:cNvSpPr>
            <p:nvPr/>
          </p:nvSpPr>
          <p:spPr bwMode="auto">
            <a:xfrm flipV="1">
              <a:off x="1519" y="3747"/>
              <a:ext cx="0" cy="34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67" name="Line 49"/>
            <p:cNvSpPr>
              <a:spLocks noChangeShapeType="1"/>
            </p:cNvSpPr>
            <p:nvPr/>
          </p:nvSpPr>
          <p:spPr bwMode="auto">
            <a:xfrm flipH="1" flipV="1">
              <a:off x="1519" y="4088"/>
              <a:ext cx="127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68" name="Line 50"/>
            <p:cNvSpPr>
              <a:spLocks noChangeShapeType="1"/>
            </p:cNvSpPr>
            <p:nvPr/>
          </p:nvSpPr>
          <p:spPr bwMode="auto">
            <a:xfrm flipV="1">
              <a:off x="2789" y="3339"/>
              <a:ext cx="0" cy="20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69" name="Line 51"/>
            <p:cNvSpPr>
              <a:spLocks noChangeShapeType="1"/>
            </p:cNvSpPr>
            <p:nvPr/>
          </p:nvSpPr>
          <p:spPr bwMode="auto">
            <a:xfrm flipV="1">
              <a:off x="2789" y="3838"/>
              <a:ext cx="0" cy="25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70" name="Text Box 52"/>
            <p:cNvSpPr txBox="1">
              <a:spLocks noChangeArrowheads="1"/>
            </p:cNvSpPr>
            <p:nvPr/>
          </p:nvSpPr>
          <p:spPr bwMode="auto">
            <a:xfrm>
              <a:off x="907" y="3317"/>
              <a:ext cx="612" cy="75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en-US"/>
                <a:t>+</a:t>
              </a:r>
            </a:p>
            <a:p>
              <a:pPr algn="ctr" eaLnBrk="1" hangingPunct="1">
                <a:spcBef>
                  <a:spcPct val="50000"/>
                </a:spcBef>
              </a:pPr>
              <a:r>
                <a:rPr lang="en-US"/>
                <a:t>V</a:t>
              </a:r>
              <a:r>
                <a:rPr lang="en-US" sz="2400" baseline="-25000"/>
                <a:t>in</a:t>
              </a:r>
            </a:p>
            <a:p>
              <a:pPr algn="ctr" eaLnBrk="1" hangingPunct="1">
                <a:spcBef>
                  <a:spcPct val="50000"/>
                </a:spcBef>
              </a:pPr>
              <a:r>
                <a:rPr lang="en-US">
                  <a:cs typeface="Arial" charset="0"/>
                </a:rPr>
                <a:t>−</a:t>
              </a:r>
            </a:p>
          </p:txBody>
        </p:sp>
        <p:sp>
          <p:nvSpPr>
            <p:cNvPr id="2071" name="Text Box 53"/>
            <p:cNvSpPr txBox="1">
              <a:spLocks noChangeArrowheads="1"/>
            </p:cNvSpPr>
            <p:nvPr/>
          </p:nvSpPr>
          <p:spPr bwMode="auto">
            <a:xfrm>
              <a:off x="2812" y="3317"/>
              <a:ext cx="476" cy="75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en-US"/>
                <a:t>+</a:t>
              </a:r>
            </a:p>
            <a:p>
              <a:pPr algn="ctr" eaLnBrk="1" hangingPunct="1">
                <a:spcBef>
                  <a:spcPct val="50000"/>
                </a:spcBef>
              </a:pPr>
              <a:r>
                <a:rPr lang="en-US"/>
                <a:t>V</a:t>
              </a:r>
              <a:r>
                <a:rPr lang="en-US" sz="2400" baseline="-25000"/>
                <a:t>out</a:t>
              </a:r>
            </a:p>
            <a:p>
              <a:pPr algn="ctr" eaLnBrk="1" hangingPunct="1">
                <a:spcBef>
                  <a:spcPct val="50000"/>
                </a:spcBef>
              </a:pPr>
              <a:r>
                <a:rPr lang="en-US">
                  <a:cs typeface="Arial" charset="0"/>
                </a:rPr>
                <a:t>−</a:t>
              </a:r>
            </a:p>
          </p:txBody>
        </p:sp>
        <p:sp>
          <p:nvSpPr>
            <p:cNvPr id="2072" name="Text Box 54"/>
            <p:cNvSpPr txBox="1">
              <a:spLocks noChangeArrowheads="1"/>
            </p:cNvSpPr>
            <p:nvPr/>
          </p:nvSpPr>
          <p:spPr bwMode="auto">
            <a:xfrm>
              <a:off x="1950" y="3022"/>
              <a:ext cx="45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en-US"/>
                <a:t>R</a:t>
              </a:r>
              <a:r>
                <a:rPr lang="en-US" sz="2400" baseline="-25000"/>
                <a:t>1</a:t>
              </a:r>
            </a:p>
          </p:txBody>
        </p:sp>
        <p:sp>
          <p:nvSpPr>
            <p:cNvPr id="2073" name="Text Box 55"/>
            <p:cNvSpPr txBox="1">
              <a:spLocks noChangeArrowheads="1"/>
            </p:cNvSpPr>
            <p:nvPr/>
          </p:nvSpPr>
          <p:spPr bwMode="auto">
            <a:xfrm>
              <a:off x="2358" y="3566"/>
              <a:ext cx="45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en-US"/>
                <a:t>R</a:t>
              </a:r>
              <a:r>
                <a:rPr lang="en-US" sz="2400" baseline="-25000"/>
                <a:t>2</a:t>
              </a:r>
            </a:p>
          </p:txBody>
        </p:sp>
      </p:grpSp>
      <p:sp>
        <p:nvSpPr>
          <p:cNvPr id="8252" name="Text Box 60"/>
          <p:cNvSpPr txBox="1">
            <a:spLocks noChangeArrowheads="1"/>
          </p:cNvSpPr>
          <p:nvPr/>
        </p:nvSpPr>
        <p:spPr bwMode="auto">
          <a:xfrm>
            <a:off x="900113" y="5367338"/>
            <a:ext cx="7704137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b="1"/>
              <a:t>If V</a:t>
            </a:r>
            <a:r>
              <a:rPr lang="en-US" sz="2400" b="1" baseline="-25000"/>
              <a:t>in</a:t>
            </a:r>
            <a:r>
              <a:rPr lang="en-US" b="1"/>
              <a:t> = 15V, and V</a:t>
            </a:r>
            <a:r>
              <a:rPr lang="en-US" sz="2400" b="1" baseline="-25000"/>
              <a:t>out</a:t>
            </a:r>
            <a:r>
              <a:rPr lang="en-US" b="1"/>
              <a:t> = 5V, efficiency </a:t>
            </a:r>
            <a:r>
              <a:rPr lang="el-GR" b="1">
                <a:cs typeface="Arial" charset="0"/>
              </a:rPr>
              <a:t>η</a:t>
            </a:r>
            <a:r>
              <a:rPr lang="en-US" b="1"/>
              <a:t> is only 0.33 </a:t>
            </a:r>
          </a:p>
        </p:txBody>
      </p:sp>
      <p:sp>
        <p:nvSpPr>
          <p:cNvPr id="2056" name="Oval 62"/>
          <p:cNvSpPr>
            <a:spLocks noChangeArrowheads="1"/>
          </p:cNvSpPr>
          <p:nvPr/>
        </p:nvSpPr>
        <p:spPr bwMode="auto">
          <a:xfrm>
            <a:off x="5149850" y="2060575"/>
            <a:ext cx="682625" cy="900113"/>
          </a:xfrm>
          <a:prstGeom prst="ellipse">
            <a:avLst/>
          </a:prstGeom>
          <a:noFill/>
          <a:ln w="9525">
            <a:solidFill>
              <a:srgbClr val="FF0000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/>
          </a:p>
        </p:txBody>
      </p:sp>
      <p:sp>
        <p:nvSpPr>
          <p:cNvPr id="2057" name="Line 63"/>
          <p:cNvSpPr>
            <a:spLocks noChangeShapeType="1"/>
          </p:cNvSpPr>
          <p:nvPr/>
        </p:nvSpPr>
        <p:spPr bwMode="auto">
          <a:xfrm flipH="1">
            <a:off x="5688013" y="1665288"/>
            <a:ext cx="468312" cy="503237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058" name="Text Box 64"/>
          <p:cNvSpPr txBox="1">
            <a:spLocks noChangeArrowheads="1"/>
          </p:cNvSpPr>
          <p:nvPr/>
        </p:nvSpPr>
        <p:spPr bwMode="auto">
          <a:xfrm>
            <a:off x="6084888" y="1412875"/>
            <a:ext cx="12588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</a:rPr>
              <a:t>The load</a:t>
            </a:r>
          </a:p>
        </p:txBody>
      </p:sp>
      <p:sp>
        <p:nvSpPr>
          <p:cNvPr id="8257" name="Text Box 65"/>
          <p:cNvSpPr txBox="1">
            <a:spLocks noChangeArrowheads="1"/>
          </p:cNvSpPr>
          <p:nvPr/>
        </p:nvSpPr>
        <p:spPr bwMode="auto">
          <a:xfrm>
            <a:off x="900113" y="6049963"/>
            <a:ext cx="7704137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b="1">
                <a:solidFill>
                  <a:srgbClr val="FF0000"/>
                </a:solidFill>
              </a:rPr>
              <a:t>Unacceptable except in very low power applications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52" grpId="0"/>
      <p:bldP spid="825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1143000"/>
          </a:xfrm>
        </p:spPr>
        <p:txBody>
          <a:bodyPr/>
          <a:lstStyle/>
          <a:p>
            <a:pPr eaLnBrk="1" hangingPunct="1"/>
            <a:r>
              <a:rPr lang="en-US" sz="2800" b="1" smtClean="0"/>
              <a:t>A </a:t>
            </a:r>
            <a:r>
              <a:rPr lang="en-US" sz="2800" b="1" smtClean="0">
                <a:solidFill>
                  <a:srgbClr val="0070C0"/>
                </a:solidFill>
              </a:rPr>
              <a:t>lossless</a:t>
            </a:r>
            <a:r>
              <a:rPr lang="en-US" sz="2800" b="1" smtClean="0"/>
              <a:t> conversion of 15Vdc to average 5Vdc</a:t>
            </a:r>
          </a:p>
        </p:txBody>
      </p:sp>
      <p:sp>
        <p:nvSpPr>
          <p:cNvPr id="28675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02FDFF0D-2FAC-409E-AA5E-F7E5186511C9}" type="slidenum">
              <a:rPr lang="en-US" smtClean="0">
                <a:solidFill>
                  <a:schemeClr val="tx1"/>
                </a:solidFill>
              </a:rPr>
              <a:pPr/>
              <a:t>19</a:t>
            </a:fld>
            <a:endParaRPr lang="en-US" smtClean="0">
              <a:solidFill>
                <a:schemeClr val="tx1"/>
              </a:solidFill>
            </a:endParaRPr>
          </a:p>
        </p:txBody>
      </p:sp>
      <p:sp>
        <p:nvSpPr>
          <p:cNvPr id="10243" name="Rectangle 3"/>
          <p:cNvSpPr>
            <a:spLocks noChangeArrowheads="1"/>
          </p:cNvSpPr>
          <p:nvPr/>
        </p:nvSpPr>
        <p:spPr bwMode="auto">
          <a:xfrm>
            <a:off x="615950" y="4964113"/>
            <a:ext cx="7807325" cy="1152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indent="4763" eaLnBrk="1" hangingPunct="1">
              <a:spcBef>
                <a:spcPct val="20000"/>
              </a:spcBef>
            </a:pPr>
            <a:r>
              <a:rPr lang="en-US" sz="2000" b="1"/>
              <a:t>If the duty cycle D of the switch is 0.33, then the average voltage to the expensive car stereo is 15 </a:t>
            </a:r>
            <a:r>
              <a:rPr lang="en-US" sz="2000" b="1">
                <a:cs typeface="Arial" charset="0"/>
              </a:rPr>
              <a:t>●</a:t>
            </a:r>
            <a:r>
              <a:rPr lang="en-US" sz="2000" b="1"/>
              <a:t> 0.33 = 5Vdc.  This is lossless conversion, but is it acceptable?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423863" y="1814513"/>
            <a:ext cx="3379787" cy="1230312"/>
            <a:chOff x="509" y="1628"/>
            <a:chExt cx="2129" cy="775"/>
          </a:xfrm>
        </p:grpSpPr>
        <p:sp>
          <p:nvSpPr>
            <p:cNvPr id="28713" name="Text Box 5"/>
            <p:cNvSpPr txBox="1">
              <a:spLocks noChangeArrowheads="1"/>
            </p:cNvSpPr>
            <p:nvPr/>
          </p:nvSpPr>
          <p:spPr bwMode="auto">
            <a:xfrm>
              <a:off x="2058" y="1992"/>
              <a:ext cx="580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b="1"/>
                <a:t>R</a:t>
              </a:r>
              <a:endParaRPr lang="en-US" sz="1400" b="1" baseline="-25000"/>
            </a:p>
          </p:txBody>
        </p:sp>
        <p:sp>
          <p:nvSpPr>
            <p:cNvPr id="28714" name="Oval 6"/>
            <p:cNvSpPr>
              <a:spLocks noChangeArrowheads="1"/>
            </p:cNvSpPr>
            <p:nvPr/>
          </p:nvSpPr>
          <p:spPr bwMode="auto">
            <a:xfrm>
              <a:off x="1116" y="1970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en-US"/>
            </a:p>
          </p:txBody>
        </p:sp>
        <p:sp>
          <p:nvSpPr>
            <p:cNvPr id="28715" name="Line 7"/>
            <p:cNvSpPr>
              <a:spLocks noChangeShapeType="1"/>
            </p:cNvSpPr>
            <p:nvPr/>
          </p:nvSpPr>
          <p:spPr bwMode="auto">
            <a:xfrm flipV="1">
              <a:off x="1259" y="1826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716" name="Line 8"/>
            <p:cNvSpPr>
              <a:spLocks noChangeShapeType="1"/>
            </p:cNvSpPr>
            <p:nvPr/>
          </p:nvSpPr>
          <p:spPr bwMode="auto">
            <a:xfrm flipV="1">
              <a:off x="1259" y="2258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717" name="Line 9"/>
            <p:cNvSpPr>
              <a:spLocks noChangeShapeType="1"/>
            </p:cNvSpPr>
            <p:nvPr/>
          </p:nvSpPr>
          <p:spPr bwMode="auto">
            <a:xfrm>
              <a:off x="1259" y="1822"/>
              <a:ext cx="26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718" name="Line 10"/>
            <p:cNvSpPr>
              <a:spLocks noChangeShapeType="1"/>
            </p:cNvSpPr>
            <p:nvPr/>
          </p:nvSpPr>
          <p:spPr bwMode="auto">
            <a:xfrm>
              <a:off x="1767" y="1822"/>
              <a:ext cx="26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719" name="Line 11"/>
            <p:cNvSpPr>
              <a:spLocks noChangeShapeType="1"/>
            </p:cNvSpPr>
            <p:nvPr/>
          </p:nvSpPr>
          <p:spPr bwMode="auto">
            <a:xfrm>
              <a:off x="1259" y="2403"/>
              <a:ext cx="77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3" name="Group 12"/>
            <p:cNvGrpSpPr>
              <a:grpSpLocks/>
            </p:cNvGrpSpPr>
            <p:nvPr/>
          </p:nvGrpSpPr>
          <p:grpSpPr bwMode="auto">
            <a:xfrm rot="5537435" flipH="1">
              <a:off x="1911" y="2062"/>
              <a:ext cx="242" cy="100"/>
              <a:chOff x="2420" y="1628"/>
              <a:chExt cx="242" cy="100"/>
            </a:xfrm>
          </p:grpSpPr>
          <p:sp>
            <p:nvSpPr>
              <p:cNvPr id="28726" name="Line 13"/>
              <p:cNvSpPr>
                <a:spLocks noChangeShapeType="1"/>
              </p:cNvSpPr>
              <p:nvPr/>
            </p:nvSpPr>
            <p:spPr bwMode="auto">
              <a:xfrm flipH="1" flipV="1">
                <a:off x="2448" y="1632"/>
                <a:ext cx="48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27" name="Line 14"/>
              <p:cNvSpPr>
                <a:spLocks noChangeShapeType="1"/>
              </p:cNvSpPr>
              <p:nvPr/>
            </p:nvSpPr>
            <p:spPr bwMode="auto">
              <a:xfrm flipV="1">
                <a:off x="2496" y="1632"/>
                <a:ext cx="48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28" name="Line 15"/>
              <p:cNvSpPr>
                <a:spLocks noChangeShapeType="1"/>
              </p:cNvSpPr>
              <p:nvPr/>
            </p:nvSpPr>
            <p:spPr bwMode="auto">
              <a:xfrm flipH="1" flipV="1">
                <a:off x="2544" y="1632"/>
                <a:ext cx="48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29" name="Line 16"/>
              <p:cNvSpPr>
                <a:spLocks noChangeShapeType="1"/>
              </p:cNvSpPr>
              <p:nvPr/>
            </p:nvSpPr>
            <p:spPr bwMode="auto">
              <a:xfrm flipV="1">
                <a:off x="2592" y="1632"/>
                <a:ext cx="48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30" name="Line 17"/>
              <p:cNvSpPr>
                <a:spLocks noChangeShapeType="1"/>
              </p:cNvSpPr>
              <p:nvPr/>
            </p:nvSpPr>
            <p:spPr bwMode="auto">
              <a:xfrm>
                <a:off x="2638" y="1628"/>
                <a:ext cx="24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31" name="Line 18"/>
              <p:cNvSpPr>
                <a:spLocks noChangeShapeType="1"/>
              </p:cNvSpPr>
              <p:nvPr/>
            </p:nvSpPr>
            <p:spPr bwMode="auto">
              <a:xfrm flipH="1">
                <a:off x="2420" y="1628"/>
                <a:ext cx="24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8721" name="Line 19"/>
            <p:cNvSpPr>
              <a:spLocks noChangeShapeType="1"/>
            </p:cNvSpPr>
            <p:nvPr/>
          </p:nvSpPr>
          <p:spPr bwMode="auto">
            <a:xfrm flipV="1">
              <a:off x="2033" y="1822"/>
              <a:ext cx="0" cy="16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722" name="Line 20"/>
            <p:cNvSpPr>
              <a:spLocks noChangeShapeType="1"/>
            </p:cNvSpPr>
            <p:nvPr/>
          </p:nvSpPr>
          <p:spPr bwMode="auto">
            <a:xfrm flipV="1">
              <a:off x="2033" y="2234"/>
              <a:ext cx="0" cy="16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723" name="Text Box 21"/>
            <p:cNvSpPr txBox="1">
              <a:spLocks noChangeArrowheads="1"/>
            </p:cNvSpPr>
            <p:nvPr/>
          </p:nvSpPr>
          <p:spPr bwMode="auto">
            <a:xfrm>
              <a:off x="509" y="1822"/>
              <a:ext cx="629" cy="5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r" eaLnBrk="1" hangingPunct="1"/>
              <a:r>
                <a:rPr lang="en-US" b="1"/>
                <a:t>+</a:t>
              </a:r>
            </a:p>
            <a:p>
              <a:pPr algn="r" eaLnBrk="1" hangingPunct="1"/>
              <a:r>
                <a:rPr lang="en-US" b="1"/>
                <a:t>15Vdc</a:t>
              </a:r>
            </a:p>
            <a:p>
              <a:pPr algn="r" eaLnBrk="1" hangingPunct="1"/>
              <a:r>
                <a:rPr lang="en-US" b="1">
                  <a:cs typeface="Arial" charset="0"/>
                </a:rPr>
                <a:t>–</a:t>
              </a:r>
            </a:p>
          </p:txBody>
        </p:sp>
        <p:sp>
          <p:nvSpPr>
            <p:cNvPr id="28724" name="Line 22"/>
            <p:cNvSpPr>
              <a:spLocks noChangeShapeType="1"/>
            </p:cNvSpPr>
            <p:nvPr/>
          </p:nvSpPr>
          <p:spPr bwMode="auto">
            <a:xfrm flipV="1">
              <a:off x="1525" y="1676"/>
              <a:ext cx="193" cy="14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725" name="Line 23"/>
            <p:cNvSpPr>
              <a:spLocks noChangeShapeType="1"/>
            </p:cNvSpPr>
            <p:nvPr/>
          </p:nvSpPr>
          <p:spPr bwMode="auto">
            <a:xfrm>
              <a:off x="1549" y="1628"/>
              <a:ext cx="145" cy="2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24"/>
          <p:cNvGrpSpPr>
            <a:grpSpLocks/>
          </p:cNvGrpSpPr>
          <p:nvPr/>
        </p:nvGrpSpPr>
        <p:grpSpPr bwMode="auto">
          <a:xfrm>
            <a:off x="423863" y="3006725"/>
            <a:ext cx="3802062" cy="1925638"/>
            <a:chOff x="267" y="2548"/>
            <a:chExt cx="2395" cy="1213"/>
          </a:xfrm>
        </p:grpSpPr>
        <p:sp>
          <p:nvSpPr>
            <p:cNvPr id="28711" name="Text Box 25"/>
            <p:cNvSpPr txBox="1">
              <a:spLocks noChangeArrowheads="1"/>
            </p:cNvSpPr>
            <p:nvPr/>
          </p:nvSpPr>
          <p:spPr bwMode="auto">
            <a:xfrm>
              <a:off x="267" y="2548"/>
              <a:ext cx="2395" cy="1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endParaRPr lang="en-US" sz="1200" b="1"/>
            </a:p>
            <a:p>
              <a:pPr algn="ctr" eaLnBrk="1" hangingPunct="1">
                <a:spcBef>
                  <a:spcPct val="50000"/>
                </a:spcBef>
              </a:pPr>
              <a:r>
                <a:rPr lang="en-US" b="1"/>
                <a:t>Switch state,  voltage</a:t>
              </a:r>
            </a:p>
            <a:p>
              <a:pPr algn="ctr" eaLnBrk="1" hangingPunct="1">
                <a:spcBef>
                  <a:spcPct val="50000"/>
                </a:spcBef>
              </a:pPr>
              <a:r>
                <a:rPr lang="en-US" b="1"/>
                <a:t>Closed, 15Vdc</a:t>
              </a:r>
            </a:p>
            <a:p>
              <a:pPr algn="ctr" eaLnBrk="1" hangingPunct="1">
                <a:spcBef>
                  <a:spcPct val="50000"/>
                </a:spcBef>
              </a:pPr>
              <a:r>
                <a:rPr lang="en-US" b="1"/>
                <a:t>Open, 0Vdc</a:t>
              </a:r>
            </a:p>
            <a:p>
              <a:pPr eaLnBrk="1" hangingPunct="1">
                <a:spcBef>
                  <a:spcPct val="50000"/>
                </a:spcBef>
              </a:pPr>
              <a:endParaRPr lang="en-US" b="1"/>
            </a:p>
          </p:txBody>
        </p:sp>
        <p:sp>
          <p:nvSpPr>
            <p:cNvPr id="28712" name="Rectangle 26"/>
            <p:cNvSpPr>
              <a:spLocks noChangeArrowheads="1"/>
            </p:cNvSpPr>
            <p:nvPr/>
          </p:nvSpPr>
          <p:spPr bwMode="auto">
            <a:xfrm>
              <a:off x="412" y="2716"/>
              <a:ext cx="2129" cy="82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en-US"/>
            </a:p>
          </p:txBody>
        </p:sp>
      </p:grpSp>
      <p:grpSp>
        <p:nvGrpSpPr>
          <p:cNvPr id="5" name="Group 27"/>
          <p:cNvGrpSpPr>
            <a:grpSpLocks/>
          </p:cNvGrpSpPr>
          <p:nvPr/>
        </p:nvGrpSpPr>
        <p:grpSpPr bwMode="auto">
          <a:xfrm>
            <a:off x="4149725" y="1277938"/>
            <a:ext cx="4684713" cy="2787650"/>
            <a:chOff x="2614" y="1603"/>
            <a:chExt cx="2951" cy="1756"/>
          </a:xfrm>
        </p:grpSpPr>
        <p:sp>
          <p:nvSpPr>
            <p:cNvPr id="28681" name="Text Box 28"/>
            <p:cNvSpPr txBox="1">
              <a:spLocks noChangeArrowheads="1"/>
            </p:cNvSpPr>
            <p:nvPr/>
          </p:nvSpPr>
          <p:spPr bwMode="auto">
            <a:xfrm>
              <a:off x="4598" y="1821"/>
              <a:ext cx="967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b="1"/>
                <a:t>Switch open</a:t>
              </a:r>
            </a:p>
          </p:txBody>
        </p:sp>
        <p:sp>
          <p:nvSpPr>
            <p:cNvPr id="28682" name="Line 29"/>
            <p:cNvSpPr>
              <a:spLocks noChangeShapeType="1"/>
            </p:cNvSpPr>
            <p:nvPr/>
          </p:nvSpPr>
          <p:spPr bwMode="auto">
            <a:xfrm>
              <a:off x="3170" y="2038"/>
              <a:ext cx="0" cy="67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683" name="Line 30"/>
            <p:cNvSpPr>
              <a:spLocks noChangeShapeType="1"/>
            </p:cNvSpPr>
            <p:nvPr/>
          </p:nvSpPr>
          <p:spPr bwMode="auto">
            <a:xfrm>
              <a:off x="3170" y="2716"/>
              <a:ext cx="212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684" name="Text Box 31"/>
            <p:cNvSpPr txBox="1">
              <a:spLocks noChangeArrowheads="1"/>
            </p:cNvSpPr>
            <p:nvPr/>
          </p:nvSpPr>
          <p:spPr bwMode="auto">
            <a:xfrm>
              <a:off x="2614" y="1603"/>
              <a:ext cx="653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en-US" b="1"/>
                <a:t>voltage</a:t>
              </a:r>
            </a:p>
          </p:txBody>
        </p:sp>
        <p:sp>
          <p:nvSpPr>
            <p:cNvPr id="28685" name="Text Box 32"/>
            <p:cNvSpPr txBox="1">
              <a:spLocks noChangeArrowheads="1"/>
            </p:cNvSpPr>
            <p:nvPr/>
          </p:nvSpPr>
          <p:spPr bwMode="auto">
            <a:xfrm>
              <a:off x="2855" y="2038"/>
              <a:ext cx="315" cy="75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r" eaLnBrk="1" hangingPunct="1">
                <a:spcBef>
                  <a:spcPct val="50000"/>
                </a:spcBef>
              </a:pPr>
              <a:r>
                <a:rPr lang="en-US" b="1"/>
                <a:t>15</a:t>
              </a:r>
            </a:p>
            <a:p>
              <a:pPr algn="r" eaLnBrk="1" hangingPunct="1">
                <a:spcBef>
                  <a:spcPct val="50000"/>
                </a:spcBef>
              </a:pPr>
              <a:endParaRPr lang="en-US" b="1"/>
            </a:p>
            <a:p>
              <a:pPr algn="r" eaLnBrk="1" hangingPunct="1">
                <a:spcBef>
                  <a:spcPct val="50000"/>
                </a:spcBef>
              </a:pPr>
              <a:r>
                <a:rPr lang="en-US" b="1"/>
                <a:t>0</a:t>
              </a:r>
            </a:p>
          </p:txBody>
        </p:sp>
        <p:grpSp>
          <p:nvGrpSpPr>
            <p:cNvPr id="6" name="Group 33"/>
            <p:cNvGrpSpPr>
              <a:grpSpLocks/>
            </p:cNvGrpSpPr>
            <p:nvPr/>
          </p:nvGrpSpPr>
          <p:grpSpPr bwMode="auto">
            <a:xfrm>
              <a:off x="3340" y="2135"/>
              <a:ext cx="266" cy="581"/>
              <a:chOff x="3340" y="2135"/>
              <a:chExt cx="266" cy="581"/>
            </a:xfrm>
          </p:grpSpPr>
          <p:sp>
            <p:nvSpPr>
              <p:cNvPr id="28708" name="Line 34"/>
              <p:cNvSpPr>
                <a:spLocks noChangeShapeType="1"/>
              </p:cNvSpPr>
              <p:nvPr/>
            </p:nvSpPr>
            <p:spPr bwMode="auto">
              <a:xfrm>
                <a:off x="3340" y="2135"/>
                <a:ext cx="26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09" name="Line 35"/>
              <p:cNvSpPr>
                <a:spLocks noChangeShapeType="1"/>
              </p:cNvSpPr>
              <p:nvPr/>
            </p:nvSpPr>
            <p:spPr bwMode="auto">
              <a:xfrm>
                <a:off x="3340" y="2135"/>
                <a:ext cx="0" cy="58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10" name="Line 36"/>
              <p:cNvSpPr>
                <a:spLocks noChangeShapeType="1"/>
              </p:cNvSpPr>
              <p:nvPr/>
            </p:nvSpPr>
            <p:spPr bwMode="auto">
              <a:xfrm>
                <a:off x="3606" y="2135"/>
                <a:ext cx="0" cy="58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7" name="Group 37"/>
            <p:cNvGrpSpPr>
              <a:grpSpLocks/>
            </p:cNvGrpSpPr>
            <p:nvPr/>
          </p:nvGrpSpPr>
          <p:grpSpPr bwMode="auto">
            <a:xfrm>
              <a:off x="4138" y="2135"/>
              <a:ext cx="266" cy="581"/>
              <a:chOff x="4138" y="2135"/>
              <a:chExt cx="266" cy="581"/>
            </a:xfrm>
          </p:grpSpPr>
          <p:sp>
            <p:nvSpPr>
              <p:cNvPr id="28705" name="Line 38"/>
              <p:cNvSpPr>
                <a:spLocks noChangeShapeType="1"/>
              </p:cNvSpPr>
              <p:nvPr/>
            </p:nvSpPr>
            <p:spPr bwMode="auto">
              <a:xfrm>
                <a:off x="4138" y="2135"/>
                <a:ext cx="26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06" name="Line 39"/>
              <p:cNvSpPr>
                <a:spLocks noChangeShapeType="1"/>
              </p:cNvSpPr>
              <p:nvPr/>
            </p:nvSpPr>
            <p:spPr bwMode="auto">
              <a:xfrm>
                <a:off x="4138" y="2135"/>
                <a:ext cx="0" cy="58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07" name="Line 40"/>
              <p:cNvSpPr>
                <a:spLocks noChangeShapeType="1"/>
              </p:cNvSpPr>
              <p:nvPr/>
            </p:nvSpPr>
            <p:spPr bwMode="auto">
              <a:xfrm>
                <a:off x="4404" y="2135"/>
                <a:ext cx="0" cy="58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8" name="Group 41"/>
            <p:cNvGrpSpPr>
              <a:grpSpLocks/>
            </p:cNvGrpSpPr>
            <p:nvPr/>
          </p:nvGrpSpPr>
          <p:grpSpPr bwMode="auto">
            <a:xfrm>
              <a:off x="4936" y="2135"/>
              <a:ext cx="266" cy="581"/>
              <a:chOff x="4936" y="2135"/>
              <a:chExt cx="266" cy="581"/>
            </a:xfrm>
          </p:grpSpPr>
          <p:sp>
            <p:nvSpPr>
              <p:cNvPr id="28702" name="Line 42"/>
              <p:cNvSpPr>
                <a:spLocks noChangeShapeType="1"/>
              </p:cNvSpPr>
              <p:nvPr/>
            </p:nvSpPr>
            <p:spPr bwMode="auto">
              <a:xfrm>
                <a:off x="4936" y="2135"/>
                <a:ext cx="26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03" name="Line 43"/>
              <p:cNvSpPr>
                <a:spLocks noChangeShapeType="1"/>
              </p:cNvSpPr>
              <p:nvPr/>
            </p:nvSpPr>
            <p:spPr bwMode="auto">
              <a:xfrm>
                <a:off x="4936" y="2135"/>
                <a:ext cx="0" cy="58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04" name="Line 44"/>
              <p:cNvSpPr>
                <a:spLocks noChangeShapeType="1"/>
              </p:cNvSpPr>
              <p:nvPr/>
            </p:nvSpPr>
            <p:spPr bwMode="auto">
              <a:xfrm>
                <a:off x="5202" y="2135"/>
                <a:ext cx="0" cy="58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8689" name="Line 45"/>
            <p:cNvSpPr>
              <a:spLocks noChangeShapeType="1"/>
            </p:cNvSpPr>
            <p:nvPr/>
          </p:nvSpPr>
          <p:spPr bwMode="auto">
            <a:xfrm>
              <a:off x="4186" y="1821"/>
              <a:ext cx="72" cy="2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690" name="Text Box 46"/>
            <p:cNvSpPr txBox="1">
              <a:spLocks noChangeArrowheads="1"/>
            </p:cNvSpPr>
            <p:nvPr/>
          </p:nvSpPr>
          <p:spPr bwMode="auto">
            <a:xfrm>
              <a:off x="3485" y="1627"/>
              <a:ext cx="1088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b="1"/>
                <a:t>Switch closed</a:t>
              </a:r>
            </a:p>
          </p:txBody>
        </p:sp>
        <p:sp>
          <p:nvSpPr>
            <p:cNvPr id="28691" name="Line 47"/>
            <p:cNvSpPr>
              <a:spLocks noChangeShapeType="1"/>
            </p:cNvSpPr>
            <p:nvPr/>
          </p:nvSpPr>
          <p:spPr bwMode="auto">
            <a:xfrm flipH="1">
              <a:off x="4574" y="2014"/>
              <a:ext cx="219" cy="67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692" name="Line 48"/>
            <p:cNvSpPr>
              <a:spLocks noChangeShapeType="1"/>
            </p:cNvSpPr>
            <p:nvPr/>
          </p:nvSpPr>
          <p:spPr bwMode="auto">
            <a:xfrm>
              <a:off x="3340" y="2837"/>
              <a:ext cx="26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693" name="Line 49"/>
            <p:cNvSpPr>
              <a:spLocks noChangeShapeType="1"/>
            </p:cNvSpPr>
            <p:nvPr/>
          </p:nvSpPr>
          <p:spPr bwMode="auto">
            <a:xfrm>
              <a:off x="3340" y="3152"/>
              <a:ext cx="77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694" name="Text Box 50"/>
            <p:cNvSpPr txBox="1">
              <a:spLocks noChangeArrowheads="1"/>
            </p:cNvSpPr>
            <p:nvPr/>
          </p:nvSpPr>
          <p:spPr bwMode="auto">
            <a:xfrm>
              <a:off x="3316" y="2848"/>
              <a:ext cx="55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b="1"/>
                <a:t>DT</a:t>
              </a:r>
            </a:p>
          </p:txBody>
        </p:sp>
        <p:sp>
          <p:nvSpPr>
            <p:cNvPr id="28695" name="Text Box 51"/>
            <p:cNvSpPr txBox="1">
              <a:spLocks noChangeArrowheads="1"/>
            </p:cNvSpPr>
            <p:nvPr/>
          </p:nvSpPr>
          <p:spPr bwMode="auto">
            <a:xfrm>
              <a:off x="3582" y="3128"/>
              <a:ext cx="265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b="1"/>
                <a:t>T</a:t>
              </a:r>
            </a:p>
          </p:txBody>
        </p:sp>
        <p:sp>
          <p:nvSpPr>
            <p:cNvPr id="28696" name="Line 52"/>
            <p:cNvSpPr>
              <a:spLocks noChangeShapeType="1"/>
            </p:cNvSpPr>
            <p:nvPr/>
          </p:nvSpPr>
          <p:spPr bwMode="auto">
            <a:xfrm>
              <a:off x="4138" y="2765"/>
              <a:ext cx="0" cy="5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697" name="Line 53"/>
            <p:cNvSpPr>
              <a:spLocks noChangeShapeType="1"/>
            </p:cNvSpPr>
            <p:nvPr/>
          </p:nvSpPr>
          <p:spPr bwMode="auto">
            <a:xfrm>
              <a:off x="3340" y="2765"/>
              <a:ext cx="0" cy="5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698" name="Line 54"/>
            <p:cNvSpPr>
              <a:spLocks noChangeShapeType="1"/>
            </p:cNvSpPr>
            <p:nvPr/>
          </p:nvSpPr>
          <p:spPr bwMode="auto">
            <a:xfrm>
              <a:off x="3606" y="2716"/>
              <a:ext cx="53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699" name="Line 55"/>
            <p:cNvSpPr>
              <a:spLocks noChangeShapeType="1"/>
            </p:cNvSpPr>
            <p:nvPr/>
          </p:nvSpPr>
          <p:spPr bwMode="auto">
            <a:xfrm>
              <a:off x="4404" y="2716"/>
              <a:ext cx="53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700" name="Line 56"/>
            <p:cNvSpPr>
              <a:spLocks noChangeShapeType="1"/>
            </p:cNvSpPr>
            <p:nvPr/>
          </p:nvSpPr>
          <p:spPr bwMode="auto">
            <a:xfrm>
              <a:off x="5202" y="2716"/>
              <a:ext cx="21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701" name="Line 57"/>
            <p:cNvSpPr>
              <a:spLocks noChangeShapeType="1"/>
            </p:cNvSpPr>
            <p:nvPr/>
          </p:nvSpPr>
          <p:spPr bwMode="auto">
            <a:xfrm>
              <a:off x="3170" y="2716"/>
              <a:ext cx="17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8680" name="Rectangle 59"/>
          <p:cNvSpPr>
            <a:spLocks noChangeArrowheads="1"/>
          </p:cNvSpPr>
          <p:nvPr/>
        </p:nvSpPr>
        <p:spPr bwMode="auto">
          <a:xfrm>
            <a:off x="6121400" y="123825"/>
            <a:ext cx="18415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spcBef>
                <a:spcPct val="50000"/>
              </a:spcBef>
            </a:pPr>
            <a:endParaRPr lang="es-ES" sz="1400" b="1">
              <a:solidFill>
                <a:srgbClr val="00FF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8229600" cy="846138"/>
          </a:xfrm>
        </p:spPr>
        <p:txBody>
          <a:bodyPr/>
          <a:lstStyle/>
          <a:p>
            <a:pPr eaLnBrk="1" hangingPunct="1"/>
            <a:r>
              <a:rPr lang="en-US" sz="2800" b="1" smtClean="0"/>
              <a:t>Convert 15Vdc to 5Vdc, cont.</a:t>
            </a:r>
          </a:p>
        </p:txBody>
      </p:sp>
      <p:sp>
        <p:nvSpPr>
          <p:cNvPr id="29699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D5AAED93-0348-4FEB-A049-5E01EAD13825}" type="slidenum">
              <a:rPr lang="en-US" smtClean="0">
                <a:solidFill>
                  <a:schemeClr val="tx1"/>
                </a:solidFill>
              </a:rPr>
              <a:pPr/>
              <a:t>20</a:t>
            </a:fld>
            <a:endParaRPr lang="en-US" smtClean="0">
              <a:solidFill>
                <a:schemeClr val="tx1"/>
              </a:solidFill>
            </a:endParaRPr>
          </a:p>
        </p:txBody>
      </p:sp>
      <p:sp>
        <p:nvSpPr>
          <p:cNvPr id="11267" name="Text Box 3"/>
          <p:cNvSpPr txBox="1">
            <a:spLocks noChangeArrowheads="1"/>
          </p:cNvSpPr>
          <p:nvPr/>
        </p:nvSpPr>
        <p:spPr bwMode="auto">
          <a:xfrm>
            <a:off x="3881438" y="981075"/>
            <a:ext cx="4800600" cy="1314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sz="1600" b="1"/>
              <a:t>Try adding a large C in parallel with the load to control ripple.  But if the C has 5Vdc, then when the switch closes, the source current spikes to a huge value and </a:t>
            </a:r>
            <a:r>
              <a:rPr lang="en-US" sz="1600" b="1">
                <a:solidFill>
                  <a:srgbClr val="FF0000"/>
                </a:solidFill>
              </a:rPr>
              <a:t>burns out the switch</a:t>
            </a:r>
            <a:r>
              <a:rPr lang="en-US" sz="1600" b="1"/>
              <a:t>.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77788" y="873125"/>
            <a:ext cx="3648075" cy="1230313"/>
            <a:chOff x="170" y="805"/>
            <a:chExt cx="2298" cy="775"/>
          </a:xfrm>
        </p:grpSpPr>
        <p:sp>
          <p:nvSpPr>
            <p:cNvPr id="29778" name="Text Box 5"/>
            <p:cNvSpPr txBox="1">
              <a:spLocks noChangeArrowheads="1"/>
            </p:cNvSpPr>
            <p:nvPr/>
          </p:nvSpPr>
          <p:spPr bwMode="auto">
            <a:xfrm>
              <a:off x="1888" y="1169"/>
              <a:ext cx="580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b="1"/>
                <a:t>R</a:t>
              </a:r>
              <a:r>
                <a:rPr lang="en-US" sz="1400" b="1"/>
                <a:t>stereo</a:t>
              </a:r>
              <a:endParaRPr lang="en-US" sz="1400" b="1" baseline="-25000"/>
            </a:p>
          </p:txBody>
        </p:sp>
        <p:sp>
          <p:nvSpPr>
            <p:cNvPr id="29779" name="Oval 6"/>
            <p:cNvSpPr>
              <a:spLocks noChangeArrowheads="1"/>
            </p:cNvSpPr>
            <p:nvPr/>
          </p:nvSpPr>
          <p:spPr bwMode="auto">
            <a:xfrm>
              <a:off x="777" y="1147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en-US"/>
            </a:p>
          </p:txBody>
        </p:sp>
        <p:sp>
          <p:nvSpPr>
            <p:cNvPr id="29780" name="Line 7"/>
            <p:cNvSpPr>
              <a:spLocks noChangeShapeType="1"/>
            </p:cNvSpPr>
            <p:nvPr/>
          </p:nvSpPr>
          <p:spPr bwMode="auto">
            <a:xfrm flipV="1">
              <a:off x="920" y="1003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781" name="Line 8"/>
            <p:cNvSpPr>
              <a:spLocks noChangeShapeType="1"/>
            </p:cNvSpPr>
            <p:nvPr/>
          </p:nvSpPr>
          <p:spPr bwMode="auto">
            <a:xfrm flipV="1">
              <a:off x="920" y="1435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782" name="Line 9"/>
            <p:cNvSpPr>
              <a:spLocks noChangeShapeType="1"/>
            </p:cNvSpPr>
            <p:nvPr/>
          </p:nvSpPr>
          <p:spPr bwMode="auto">
            <a:xfrm>
              <a:off x="920" y="999"/>
              <a:ext cx="26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783" name="Line 10"/>
            <p:cNvSpPr>
              <a:spLocks noChangeShapeType="1"/>
            </p:cNvSpPr>
            <p:nvPr/>
          </p:nvSpPr>
          <p:spPr bwMode="auto">
            <a:xfrm>
              <a:off x="1428" y="999"/>
              <a:ext cx="4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784" name="Line 11"/>
            <p:cNvSpPr>
              <a:spLocks noChangeShapeType="1"/>
            </p:cNvSpPr>
            <p:nvPr/>
          </p:nvSpPr>
          <p:spPr bwMode="auto">
            <a:xfrm flipV="1">
              <a:off x="920" y="1579"/>
              <a:ext cx="94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3" name="Group 12"/>
            <p:cNvGrpSpPr>
              <a:grpSpLocks/>
            </p:cNvGrpSpPr>
            <p:nvPr/>
          </p:nvGrpSpPr>
          <p:grpSpPr bwMode="auto">
            <a:xfrm rot="5537435" flipH="1">
              <a:off x="1742" y="1239"/>
              <a:ext cx="242" cy="100"/>
              <a:chOff x="2420" y="1628"/>
              <a:chExt cx="242" cy="100"/>
            </a:xfrm>
          </p:grpSpPr>
          <p:sp>
            <p:nvSpPr>
              <p:cNvPr id="29796" name="Line 13"/>
              <p:cNvSpPr>
                <a:spLocks noChangeShapeType="1"/>
              </p:cNvSpPr>
              <p:nvPr/>
            </p:nvSpPr>
            <p:spPr bwMode="auto">
              <a:xfrm flipH="1" flipV="1">
                <a:off x="2448" y="1632"/>
                <a:ext cx="48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797" name="Line 14"/>
              <p:cNvSpPr>
                <a:spLocks noChangeShapeType="1"/>
              </p:cNvSpPr>
              <p:nvPr/>
            </p:nvSpPr>
            <p:spPr bwMode="auto">
              <a:xfrm flipV="1">
                <a:off x="2496" y="1632"/>
                <a:ext cx="48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798" name="Line 15"/>
              <p:cNvSpPr>
                <a:spLocks noChangeShapeType="1"/>
              </p:cNvSpPr>
              <p:nvPr/>
            </p:nvSpPr>
            <p:spPr bwMode="auto">
              <a:xfrm flipH="1" flipV="1">
                <a:off x="2544" y="1632"/>
                <a:ext cx="48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799" name="Line 16"/>
              <p:cNvSpPr>
                <a:spLocks noChangeShapeType="1"/>
              </p:cNvSpPr>
              <p:nvPr/>
            </p:nvSpPr>
            <p:spPr bwMode="auto">
              <a:xfrm flipV="1">
                <a:off x="2592" y="1632"/>
                <a:ext cx="48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800" name="Line 17"/>
              <p:cNvSpPr>
                <a:spLocks noChangeShapeType="1"/>
              </p:cNvSpPr>
              <p:nvPr/>
            </p:nvSpPr>
            <p:spPr bwMode="auto">
              <a:xfrm>
                <a:off x="2638" y="1628"/>
                <a:ext cx="24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801" name="Line 18"/>
              <p:cNvSpPr>
                <a:spLocks noChangeShapeType="1"/>
              </p:cNvSpPr>
              <p:nvPr/>
            </p:nvSpPr>
            <p:spPr bwMode="auto">
              <a:xfrm flipH="1">
                <a:off x="2420" y="1628"/>
                <a:ext cx="24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9786" name="Line 19"/>
            <p:cNvSpPr>
              <a:spLocks noChangeShapeType="1"/>
            </p:cNvSpPr>
            <p:nvPr/>
          </p:nvSpPr>
          <p:spPr bwMode="auto">
            <a:xfrm flipV="1">
              <a:off x="1864" y="999"/>
              <a:ext cx="0" cy="16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787" name="Line 20"/>
            <p:cNvSpPr>
              <a:spLocks noChangeShapeType="1"/>
            </p:cNvSpPr>
            <p:nvPr/>
          </p:nvSpPr>
          <p:spPr bwMode="auto">
            <a:xfrm flipV="1">
              <a:off x="1864" y="1411"/>
              <a:ext cx="0" cy="16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788" name="Text Box 21"/>
            <p:cNvSpPr txBox="1">
              <a:spLocks noChangeArrowheads="1"/>
            </p:cNvSpPr>
            <p:nvPr/>
          </p:nvSpPr>
          <p:spPr bwMode="auto">
            <a:xfrm>
              <a:off x="170" y="999"/>
              <a:ext cx="629" cy="5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r" eaLnBrk="1" hangingPunct="1"/>
              <a:r>
                <a:rPr lang="en-US" b="1"/>
                <a:t>+</a:t>
              </a:r>
            </a:p>
            <a:p>
              <a:pPr algn="r" eaLnBrk="1" hangingPunct="1"/>
              <a:r>
                <a:rPr lang="en-US" b="1"/>
                <a:t>15Vdc</a:t>
              </a:r>
            </a:p>
            <a:p>
              <a:pPr algn="r" eaLnBrk="1" hangingPunct="1"/>
              <a:r>
                <a:rPr lang="en-US" b="1">
                  <a:cs typeface="Arial" charset="0"/>
                </a:rPr>
                <a:t>–</a:t>
              </a:r>
            </a:p>
          </p:txBody>
        </p:sp>
        <p:sp>
          <p:nvSpPr>
            <p:cNvPr id="29789" name="Line 22"/>
            <p:cNvSpPr>
              <a:spLocks noChangeShapeType="1"/>
            </p:cNvSpPr>
            <p:nvPr/>
          </p:nvSpPr>
          <p:spPr bwMode="auto">
            <a:xfrm flipV="1">
              <a:off x="1186" y="853"/>
              <a:ext cx="193" cy="14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790" name="Line 23"/>
            <p:cNvSpPr>
              <a:spLocks noChangeShapeType="1"/>
            </p:cNvSpPr>
            <p:nvPr/>
          </p:nvSpPr>
          <p:spPr bwMode="auto">
            <a:xfrm>
              <a:off x="1210" y="805"/>
              <a:ext cx="145" cy="2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791" name="Line 24"/>
            <p:cNvSpPr>
              <a:spLocks noChangeShapeType="1"/>
            </p:cNvSpPr>
            <p:nvPr/>
          </p:nvSpPr>
          <p:spPr bwMode="auto">
            <a:xfrm>
              <a:off x="1502" y="1265"/>
              <a:ext cx="21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792" name="Line 25"/>
            <p:cNvSpPr>
              <a:spLocks noChangeShapeType="1"/>
            </p:cNvSpPr>
            <p:nvPr/>
          </p:nvSpPr>
          <p:spPr bwMode="auto">
            <a:xfrm>
              <a:off x="1502" y="1337"/>
              <a:ext cx="21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793" name="Line 26"/>
            <p:cNvSpPr>
              <a:spLocks noChangeShapeType="1"/>
            </p:cNvSpPr>
            <p:nvPr/>
          </p:nvSpPr>
          <p:spPr bwMode="auto">
            <a:xfrm flipV="1">
              <a:off x="1598" y="999"/>
              <a:ext cx="0" cy="2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794" name="Line 27"/>
            <p:cNvSpPr>
              <a:spLocks noChangeShapeType="1"/>
            </p:cNvSpPr>
            <p:nvPr/>
          </p:nvSpPr>
          <p:spPr bwMode="auto">
            <a:xfrm flipV="1">
              <a:off x="1598" y="1337"/>
              <a:ext cx="0" cy="2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795" name="Text Box 28"/>
            <p:cNvSpPr txBox="1">
              <a:spLocks noChangeArrowheads="1"/>
            </p:cNvSpPr>
            <p:nvPr/>
          </p:nvSpPr>
          <p:spPr bwMode="auto">
            <a:xfrm>
              <a:off x="1283" y="1179"/>
              <a:ext cx="218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b="1"/>
                <a:t>C</a:t>
              </a:r>
              <a:endParaRPr lang="en-US" sz="1400" b="1" baseline="-25000"/>
            </a:p>
          </p:txBody>
        </p:sp>
      </p:grpSp>
      <p:sp>
        <p:nvSpPr>
          <p:cNvPr id="11293" name="Text Box 29"/>
          <p:cNvSpPr txBox="1">
            <a:spLocks noChangeArrowheads="1"/>
          </p:cNvSpPr>
          <p:nvPr/>
        </p:nvSpPr>
        <p:spPr bwMode="auto">
          <a:xfrm>
            <a:off x="4608513" y="2565400"/>
            <a:ext cx="4186237" cy="1314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sz="1600" b="1"/>
              <a:t>Try adding an L to prevent the huge current spike.  But now, if the L has current when the switch attempts to open, the inductor’s current momentum and resulting Ldi/dt </a:t>
            </a:r>
            <a:r>
              <a:rPr lang="en-US" sz="1600" b="1">
                <a:solidFill>
                  <a:srgbClr val="FF0000"/>
                </a:solidFill>
              </a:rPr>
              <a:t>burns out the switch</a:t>
            </a:r>
            <a:r>
              <a:rPr lang="en-US" sz="1600" b="1"/>
              <a:t>.</a:t>
            </a:r>
          </a:p>
        </p:txBody>
      </p:sp>
      <p:sp>
        <p:nvSpPr>
          <p:cNvPr id="11294" name="Text Box 30"/>
          <p:cNvSpPr txBox="1">
            <a:spLocks noChangeArrowheads="1"/>
          </p:cNvSpPr>
          <p:nvPr/>
        </p:nvSpPr>
        <p:spPr bwMode="auto">
          <a:xfrm>
            <a:off x="4572000" y="4508500"/>
            <a:ext cx="4186238" cy="1314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sz="1600" b="1"/>
              <a:t>By adding a “free wheeling” diode, the switch can open and the inductor current can continue to flow.  With high-frequency switching, the load voltage ripple can be reduced to a small value.</a:t>
            </a:r>
          </a:p>
        </p:txBody>
      </p:sp>
      <p:grpSp>
        <p:nvGrpSpPr>
          <p:cNvPr id="4" name="Group 31"/>
          <p:cNvGrpSpPr>
            <a:grpSpLocks/>
          </p:cNvGrpSpPr>
          <p:nvPr/>
        </p:nvGrpSpPr>
        <p:grpSpPr bwMode="auto">
          <a:xfrm>
            <a:off x="193675" y="2408238"/>
            <a:ext cx="4340225" cy="1422400"/>
            <a:chOff x="122" y="1517"/>
            <a:chExt cx="2734" cy="896"/>
          </a:xfrm>
        </p:grpSpPr>
        <p:sp>
          <p:nvSpPr>
            <p:cNvPr id="29746" name="Text Box 32"/>
            <p:cNvSpPr txBox="1">
              <a:spLocks noChangeArrowheads="1"/>
            </p:cNvSpPr>
            <p:nvPr/>
          </p:nvSpPr>
          <p:spPr bwMode="auto">
            <a:xfrm>
              <a:off x="2276" y="2002"/>
              <a:ext cx="580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b="1"/>
                <a:t>R</a:t>
              </a:r>
              <a:r>
                <a:rPr lang="en-US" sz="1400" b="1"/>
                <a:t>stereo</a:t>
              </a:r>
              <a:endParaRPr lang="en-US" sz="1400" b="1" baseline="-25000"/>
            </a:p>
          </p:txBody>
        </p:sp>
        <p:sp>
          <p:nvSpPr>
            <p:cNvPr id="29747" name="Oval 33"/>
            <p:cNvSpPr>
              <a:spLocks noChangeArrowheads="1"/>
            </p:cNvSpPr>
            <p:nvPr/>
          </p:nvSpPr>
          <p:spPr bwMode="auto">
            <a:xfrm>
              <a:off x="656" y="1980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en-US"/>
            </a:p>
          </p:txBody>
        </p:sp>
        <p:sp>
          <p:nvSpPr>
            <p:cNvPr id="29748" name="Line 34"/>
            <p:cNvSpPr>
              <a:spLocks noChangeShapeType="1"/>
            </p:cNvSpPr>
            <p:nvPr/>
          </p:nvSpPr>
          <p:spPr bwMode="auto">
            <a:xfrm flipV="1">
              <a:off x="799" y="1836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749" name="Line 35"/>
            <p:cNvSpPr>
              <a:spLocks noChangeShapeType="1"/>
            </p:cNvSpPr>
            <p:nvPr/>
          </p:nvSpPr>
          <p:spPr bwMode="auto">
            <a:xfrm flipV="1">
              <a:off x="799" y="2268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750" name="Line 36"/>
            <p:cNvSpPr>
              <a:spLocks noChangeShapeType="1"/>
            </p:cNvSpPr>
            <p:nvPr/>
          </p:nvSpPr>
          <p:spPr bwMode="auto">
            <a:xfrm>
              <a:off x="799" y="1832"/>
              <a:ext cx="26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751" name="Line 37"/>
            <p:cNvSpPr>
              <a:spLocks noChangeShapeType="1"/>
            </p:cNvSpPr>
            <p:nvPr/>
          </p:nvSpPr>
          <p:spPr bwMode="auto">
            <a:xfrm>
              <a:off x="1743" y="1832"/>
              <a:ext cx="50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752" name="Line 38"/>
            <p:cNvSpPr>
              <a:spLocks noChangeShapeType="1"/>
            </p:cNvSpPr>
            <p:nvPr/>
          </p:nvSpPr>
          <p:spPr bwMode="auto">
            <a:xfrm flipV="1">
              <a:off x="799" y="2412"/>
              <a:ext cx="145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5" name="Group 39"/>
            <p:cNvGrpSpPr>
              <a:grpSpLocks/>
            </p:cNvGrpSpPr>
            <p:nvPr/>
          </p:nvGrpSpPr>
          <p:grpSpPr bwMode="auto">
            <a:xfrm rot="5537435" flipH="1">
              <a:off x="2130" y="2072"/>
              <a:ext cx="242" cy="100"/>
              <a:chOff x="2420" y="1628"/>
              <a:chExt cx="242" cy="100"/>
            </a:xfrm>
          </p:grpSpPr>
          <p:sp>
            <p:nvSpPr>
              <p:cNvPr id="29772" name="Line 40"/>
              <p:cNvSpPr>
                <a:spLocks noChangeShapeType="1"/>
              </p:cNvSpPr>
              <p:nvPr/>
            </p:nvSpPr>
            <p:spPr bwMode="auto">
              <a:xfrm flipH="1" flipV="1">
                <a:off x="2448" y="1632"/>
                <a:ext cx="48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773" name="Line 41"/>
              <p:cNvSpPr>
                <a:spLocks noChangeShapeType="1"/>
              </p:cNvSpPr>
              <p:nvPr/>
            </p:nvSpPr>
            <p:spPr bwMode="auto">
              <a:xfrm flipV="1">
                <a:off x="2496" y="1632"/>
                <a:ext cx="48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774" name="Line 42"/>
              <p:cNvSpPr>
                <a:spLocks noChangeShapeType="1"/>
              </p:cNvSpPr>
              <p:nvPr/>
            </p:nvSpPr>
            <p:spPr bwMode="auto">
              <a:xfrm flipH="1" flipV="1">
                <a:off x="2544" y="1632"/>
                <a:ext cx="48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775" name="Line 43"/>
              <p:cNvSpPr>
                <a:spLocks noChangeShapeType="1"/>
              </p:cNvSpPr>
              <p:nvPr/>
            </p:nvSpPr>
            <p:spPr bwMode="auto">
              <a:xfrm flipV="1">
                <a:off x="2592" y="1632"/>
                <a:ext cx="48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776" name="Line 44"/>
              <p:cNvSpPr>
                <a:spLocks noChangeShapeType="1"/>
              </p:cNvSpPr>
              <p:nvPr/>
            </p:nvSpPr>
            <p:spPr bwMode="auto">
              <a:xfrm>
                <a:off x="2638" y="1628"/>
                <a:ext cx="24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777" name="Line 45"/>
              <p:cNvSpPr>
                <a:spLocks noChangeShapeType="1"/>
              </p:cNvSpPr>
              <p:nvPr/>
            </p:nvSpPr>
            <p:spPr bwMode="auto">
              <a:xfrm flipH="1">
                <a:off x="2420" y="1628"/>
                <a:ext cx="24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9754" name="Line 46"/>
            <p:cNvSpPr>
              <a:spLocks noChangeShapeType="1"/>
            </p:cNvSpPr>
            <p:nvPr/>
          </p:nvSpPr>
          <p:spPr bwMode="auto">
            <a:xfrm flipV="1">
              <a:off x="2252" y="1832"/>
              <a:ext cx="0" cy="16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755" name="Line 47"/>
            <p:cNvSpPr>
              <a:spLocks noChangeShapeType="1"/>
            </p:cNvSpPr>
            <p:nvPr/>
          </p:nvSpPr>
          <p:spPr bwMode="auto">
            <a:xfrm flipV="1">
              <a:off x="2252" y="2244"/>
              <a:ext cx="0" cy="16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756" name="Text Box 48"/>
            <p:cNvSpPr txBox="1">
              <a:spLocks noChangeArrowheads="1"/>
            </p:cNvSpPr>
            <p:nvPr/>
          </p:nvSpPr>
          <p:spPr bwMode="auto">
            <a:xfrm>
              <a:off x="122" y="1832"/>
              <a:ext cx="556" cy="5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r" eaLnBrk="1" hangingPunct="1"/>
              <a:r>
                <a:rPr lang="en-US" b="1"/>
                <a:t>+</a:t>
              </a:r>
            </a:p>
            <a:p>
              <a:pPr algn="r" eaLnBrk="1" hangingPunct="1"/>
              <a:r>
                <a:rPr lang="en-US" b="1"/>
                <a:t>15Vdc</a:t>
              </a:r>
            </a:p>
            <a:p>
              <a:pPr algn="r" eaLnBrk="1" hangingPunct="1"/>
              <a:r>
                <a:rPr lang="en-US" b="1">
                  <a:cs typeface="Arial" charset="0"/>
                </a:rPr>
                <a:t>–</a:t>
              </a:r>
            </a:p>
          </p:txBody>
        </p:sp>
        <p:sp>
          <p:nvSpPr>
            <p:cNvPr id="29757" name="Line 49"/>
            <p:cNvSpPr>
              <a:spLocks noChangeShapeType="1"/>
            </p:cNvSpPr>
            <p:nvPr/>
          </p:nvSpPr>
          <p:spPr bwMode="auto">
            <a:xfrm flipV="1">
              <a:off x="1065" y="1686"/>
              <a:ext cx="193" cy="14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758" name="Line 50"/>
            <p:cNvSpPr>
              <a:spLocks noChangeShapeType="1"/>
            </p:cNvSpPr>
            <p:nvPr/>
          </p:nvSpPr>
          <p:spPr bwMode="auto">
            <a:xfrm>
              <a:off x="1089" y="1638"/>
              <a:ext cx="145" cy="2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759" name="Line 51"/>
            <p:cNvSpPr>
              <a:spLocks noChangeShapeType="1"/>
            </p:cNvSpPr>
            <p:nvPr/>
          </p:nvSpPr>
          <p:spPr bwMode="auto">
            <a:xfrm>
              <a:off x="1890" y="2098"/>
              <a:ext cx="21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760" name="Line 52"/>
            <p:cNvSpPr>
              <a:spLocks noChangeShapeType="1"/>
            </p:cNvSpPr>
            <p:nvPr/>
          </p:nvSpPr>
          <p:spPr bwMode="auto">
            <a:xfrm>
              <a:off x="1890" y="2170"/>
              <a:ext cx="21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761" name="Line 53"/>
            <p:cNvSpPr>
              <a:spLocks noChangeShapeType="1"/>
            </p:cNvSpPr>
            <p:nvPr/>
          </p:nvSpPr>
          <p:spPr bwMode="auto">
            <a:xfrm flipV="1">
              <a:off x="1986" y="1832"/>
              <a:ext cx="0" cy="2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762" name="Line 54"/>
            <p:cNvSpPr>
              <a:spLocks noChangeShapeType="1"/>
            </p:cNvSpPr>
            <p:nvPr/>
          </p:nvSpPr>
          <p:spPr bwMode="auto">
            <a:xfrm flipV="1">
              <a:off x="1986" y="2170"/>
              <a:ext cx="0" cy="2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6" name="Group 55"/>
            <p:cNvGrpSpPr>
              <a:grpSpLocks/>
            </p:cNvGrpSpPr>
            <p:nvPr/>
          </p:nvGrpSpPr>
          <p:grpSpPr bwMode="auto">
            <a:xfrm>
              <a:off x="1501" y="1735"/>
              <a:ext cx="242" cy="218"/>
              <a:chOff x="1598" y="3273"/>
              <a:chExt cx="242" cy="218"/>
            </a:xfrm>
          </p:grpSpPr>
          <p:sp>
            <p:nvSpPr>
              <p:cNvPr id="29768" name="Oval 56"/>
              <p:cNvSpPr>
                <a:spLocks noChangeArrowheads="1"/>
              </p:cNvSpPr>
              <p:nvPr/>
            </p:nvSpPr>
            <p:spPr bwMode="auto">
              <a:xfrm>
                <a:off x="1743" y="3273"/>
                <a:ext cx="97" cy="218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1" hangingPunct="1"/>
                <a:endParaRPr lang="en-US"/>
              </a:p>
            </p:txBody>
          </p:sp>
          <p:sp>
            <p:nvSpPr>
              <p:cNvPr id="29769" name="Oval 57"/>
              <p:cNvSpPr>
                <a:spLocks noChangeArrowheads="1"/>
              </p:cNvSpPr>
              <p:nvPr/>
            </p:nvSpPr>
            <p:spPr bwMode="auto">
              <a:xfrm>
                <a:off x="1695" y="3273"/>
                <a:ext cx="97" cy="218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1" hangingPunct="1"/>
                <a:endParaRPr lang="en-US"/>
              </a:p>
            </p:txBody>
          </p:sp>
          <p:sp>
            <p:nvSpPr>
              <p:cNvPr id="29770" name="Oval 58"/>
              <p:cNvSpPr>
                <a:spLocks noChangeArrowheads="1"/>
              </p:cNvSpPr>
              <p:nvPr/>
            </p:nvSpPr>
            <p:spPr bwMode="auto">
              <a:xfrm>
                <a:off x="1646" y="3273"/>
                <a:ext cx="97" cy="218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1" hangingPunct="1"/>
                <a:endParaRPr lang="en-US"/>
              </a:p>
            </p:txBody>
          </p:sp>
          <p:sp>
            <p:nvSpPr>
              <p:cNvPr id="29771" name="Oval 59"/>
              <p:cNvSpPr>
                <a:spLocks noChangeArrowheads="1"/>
              </p:cNvSpPr>
              <p:nvPr/>
            </p:nvSpPr>
            <p:spPr bwMode="auto">
              <a:xfrm>
                <a:off x="1598" y="3273"/>
                <a:ext cx="97" cy="218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1" hangingPunct="1"/>
                <a:endParaRPr lang="en-US"/>
              </a:p>
            </p:txBody>
          </p:sp>
        </p:grpSp>
        <p:sp>
          <p:nvSpPr>
            <p:cNvPr id="29764" name="Text Box 60"/>
            <p:cNvSpPr txBox="1">
              <a:spLocks noChangeArrowheads="1"/>
            </p:cNvSpPr>
            <p:nvPr/>
          </p:nvSpPr>
          <p:spPr bwMode="auto">
            <a:xfrm>
              <a:off x="1670" y="2012"/>
              <a:ext cx="218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b="1"/>
                <a:t>C</a:t>
              </a:r>
              <a:endParaRPr lang="en-US" sz="1400" b="1" baseline="-25000"/>
            </a:p>
          </p:txBody>
        </p:sp>
        <p:sp>
          <p:nvSpPr>
            <p:cNvPr id="29765" name="Text Box 61"/>
            <p:cNvSpPr txBox="1">
              <a:spLocks noChangeArrowheads="1"/>
            </p:cNvSpPr>
            <p:nvPr/>
          </p:nvSpPr>
          <p:spPr bwMode="auto">
            <a:xfrm>
              <a:off x="1525" y="1517"/>
              <a:ext cx="218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b="1"/>
                <a:t>L</a:t>
              </a:r>
              <a:endParaRPr lang="en-US" sz="1400" b="1" baseline="-25000"/>
            </a:p>
          </p:txBody>
        </p:sp>
        <p:sp>
          <p:nvSpPr>
            <p:cNvPr id="29766" name="Line 62"/>
            <p:cNvSpPr>
              <a:spLocks noChangeShapeType="1"/>
            </p:cNvSpPr>
            <p:nvPr/>
          </p:nvSpPr>
          <p:spPr bwMode="auto">
            <a:xfrm>
              <a:off x="1283" y="1832"/>
              <a:ext cx="21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767" name="Line 63"/>
            <p:cNvSpPr>
              <a:spLocks noChangeShapeType="1"/>
            </p:cNvSpPr>
            <p:nvPr/>
          </p:nvSpPr>
          <p:spPr bwMode="auto">
            <a:xfrm>
              <a:off x="1791" y="1797"/>
              <a:ext cx="16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64"/>
          <p:cNvGrpSpPr>
            <a:grpSpLocks/>
          </p:cNvGrpSpPr>
          <p:nvPr/>
        </p:nvGrpSpPr>
        <p:grpSpPr bwMode="auto">
          <a:xfrm>
            <a:off x="193675" y="4233863"/>
            <a:ext cx="4340225" cy="1844675"/>
            <a:chOff x="122" y="2667"/>
            <a:chExt cx="2734" cy="1162"/>
          </a:xfrm>
        </p:grpSpPr>
        <p:sp>
          <p:nvSpPr>
            <p:cNvPr id="29708" name="Text Box 65"/>
            <p:cNvSpPr txBox="1">
              <a:spLocks noChangeArrowheads="1"/>
            </p:cNvSpPr>
            <p:nvPr/>
          </p:nvSpPr>
          <p:spPr bwMode="auto">
            <a:xfrm>
              <a:off x="2276" y="3152"/>
              <a:ext cx="580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b="1"/>
                <a:t>R</a:t>
              </a:r>
              <a:r>
                <a:rPr lang="en-US" sz="1400" b="1"/>
                <a:t>stereo</a:t>
              </a:r>
              <a:endParaRPr lang="en-US" sz="1400" b="1" baseline="-25000"/>
            </a:p>
          </p:txBody>
        </p:sp>
        <p:sp>
          <p:nvSpPr>
            <p:cNvPr id="29709" name="Oval 66"/>
            <p:cNvSpPr>
              <a:spLocks noChangeArrowheads="1"/>
            </p:cNvSpPr>
            <p:nvPr/>
          </p:nvSpPr>
          <p:spPr bwMode="auto">
            <a:xfrm>
              <a:off x="656" y="3130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en-US"/>
            </a:p>
          </p:txBody>
        </p:sp>
        <p:sp>
          <p:nvSpPr>
            <p:cNvPr id="29710" name="Line 67"/>
            <p:cNvSpPr>
              <a:spLocks noChangeShapeType="1"/>
            </p:cNvSpPr>
            <p:nvPr/>
          </p:nvSpPr>
          <p:spPr bwMode="auto">
            <a:xfrm flipV="1">
              <a:off x="799" y="2986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711" name="Line 68"/>
            <p:cNvSpPr>
              <a:spLocks noChangeShapeType="1"/>
            </p:cNvSpPr>
            <p:nvPr/>
          </p:nvSpPr>
          <p:spPr bwMode="auto">
            <a:xfrm flipV="1">
              <a:off x="799" y="3418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712" name="Line 69"/>
            <p:cNvSpPr>
              <a:spLocks noChangeShapeType="1"/>
            </p:cNvSpPr>
            <p:nvPr/>
          </p:nvSpPr>
          <p:spPr bwMode="auto">
            <a:xfrm>
              <a:off x="799" y="2982"/>
              <a:ext cx="26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713" name="Line 70"/>
            <p:cNvSpPr>
              <a:spLocks noChangeShapeType="1"/>
            </p:cNvSpPr>
            <p:nvPr/>
          </p:nvSpPr>
          <p:spPr bwMode="auto">
            <a:xfrm>
              <a:off x="1743" y="2982"/>
              <a:ext cx="50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714" name="Line 71"/>
            <p:cNvSpPr>
              <a:spLocks noChangeShapeType="1"/>
            </p:cNvSpPr>
            <p:nvPr/>
          </p:nvSpPr>
          <p:spPr bwMode="auto">
            <a:xfrm flipV="1">
              <a:off x="799" y="3562"/>
              <a:ext cx="145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8" name="Group 72"/>
            <p:cNvGrpSpPr>
              <a:grpSpLocks/>
            </p:cNvGrpSpPr>
            <p:nvPr/>
          </p:nvGrpSpPr>
          <p:grpSpPr bwMode="auto">
            <a:xfrm rot="5537435" flipH="1">
              <a:off x="2130" y="3222"/>
              <a:ext cx="242" cy="100"/>
              <a:chOff x="2420" y="1628"/>
              <a:chExt cx="242" cy="100"/>
            </a:xfrm>
          </p:grpSpPr>
          <p:sp>
            <p:nvSpPr>
              <p:cNvPr id="29740" name="Line 73"/>
              <p:cNvSpPr>
                <a:spLocks noChangeShapeType="1"/>
              </p:cNvSpPr>
              <p:nvPr/>
            </p:nvSpPr>
            <p:spPr bwMode="auto">
              <a:xfrm flipH="1" flipV="1">
                <a:off x="2448" y="1632"/>
                <a:ext cx="48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741" name="Line 74"/>
              <p:cNvSpPr>
                <a:spLocks noChangeShapeType="1"/>
              </p:cNvSpPr>
              <p:nvPr/>
            </p:nvSpPr>
            <p:spPr bwMode="auto">
              <a:xfrm flipV="1">
                <a:off x="2496" y="1632"/>
                <a:ext cx="48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742" name="Line 75"/>
              <p:cNvSpPr>
                <a:spLocks noChangeShapeType="1"/>
              </p:cNvSpPr>
              <p:nvPr/>
            </p:nvSpPr>
            <p:spPr bwMode="auto">
              <a:xfrm flipH="1" flipV="1">
                <a:off x="2544" y="1632"/>
                <a:ext cx="48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743" name="Line 76"/>
              <p:cNvSpPr>
                <a:spLocks noChangeShapeType="1"/>
              </p:cNvSpPr>
              <p:nvPr/>
            </p:nvSpPr>
            <p:spPr bwMode="auto">
              <a:xfrm flipV="1">
                <a:off x="2592" y="1632"/>
                <a:ext cx="48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744" name="Line 77"/>
              <p:cNvSpPr>
                <a:spLocks noChangeShapeType="1"/>
              </p:cNvSpPr>
              <p:nvPr/>
            </p:nvSpPr>
            <p:spPr bwMode="auto">
              <a:xfrm>
                <a:off x="2638" y="1628"/>
                <a:ext cx="24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745" name="Line 78"/>
              <p:cNvSpPr>
                <a:spLocks noChangeShapeType="1"/>
              </p:cNvSpPr>
              <p:nvPr/>
            </p:nvSpPr>
            <p:spPr bwMode="auto">
              <a:xfrm flipH="1">
                <a:off x="2420" y="1628"/>
                <a:ext cx="24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9716" name="Line 79"/>
            <p:cNvSpPr>
              <a:spLocks noChangeShapeType="1"/>
            </p:cNvSpPr>
            <p:nvPr/>
          </p:nvSpPr>
          <p:spPr bwMode="auto">
            <a:xfrm flipV="1">
              <a:off x="2252" y="2982"/>
              <a:ext cx="0" cy="16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717" name="Line 80"/>
            <p:cNvSpPr>
              <a:spLocks noChangeShapeType="1"/>
            </p:cNvSpPr>
            <p:nvPr/>
          </p:nvSpPr>
          <p:spPr bwMode="auto">
            <a:xfrm flipV="1">
              <a:off x="2252" y="3394"/>
              <a:ext cx="0" cy="16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718" name="Text Box 81"/>
            <p:cNvSpPr txBox="1">
              <a:spLocks noChangeArrowheads="1"/>
            </p:cNvSpPr>
            <p:nvPr/>
          </p:nvSpPr>
          <p:spPr bwMode="auto">
            <a:xfrm>
              <a:off x="122" y="2982"/>
              <a:ext cx="556" cy="5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r" eaLnBrk="1" hangingPunct="1"/>
              <a:r>
                <a:rPr lang="en-US" b="1"/>
                <a:t>+</a:t>
              </a:r>
            </a:p>
            <a:p>
              <a:pPr algn="r" eaLnBrk="1" hangingPunct="1"/>
              <a:r>
                <a:rPr lang="en-US" b="1"/>
                <a:t>15Vdc</a:t>
              </a:r>
            </a:p>
            <a:p>
              <a:pPr algn="r" eaLnBrk="1" hangingPunct="1"/>
              <a:r>
                <a:rPr lang="en-US" b="1">
                  <a:cs typeface="Arial" charset="0"/>
                </a:rPr>
                <a:t>–</a:t>
              </a:r>
            </a:p>
          </p:txBody>
        </p:sp>
        <p:sp>
          <p:nvSpPr>
            <p:cNvPr id="29719" name="Line 82"/>
            <p:cNvSpPr>
              <a:spLocks noChangeShapeType="1"/>
            </p:cNvSpPr>
            <p:nvPr/>
          </p:nvSpPr>
          <p:spPr bwMode="auto">
            <a:xfrm flipV="1">
              <a:off x="1065" y="2836"/>
              <a:ext cx="193" cy="14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720" name="Line 83"/>
            <p:cNvSpPr>
              <a:spLocks noChangeShapeType="1"/>
            </p:cNvSpPr>
            <p:nvPr/>
          </p:nvSpPr>
          <p:spPr bwMode="auto">
            <a:xfrm>
              <a:off x="1089" y="2788"/>
              <a:ext cx="145" cy="2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721" name="Line 84"/>
            <p:cNvSpPr>
              <a:spLocks noChangeShapeType="1"/>
            </p:cNvSpPr>
            <p:nvPr/>
          </p:nvSpPr>
          <p:spPr bwMode="auto">
            <a:xfrm>
              <a:off x="1890" y="3248"/>
              <a:ext cx="21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722" name="Line 85"/>
            <p:cNvSpPr>
              <a:spLocks noChangeShapeType="1"/>
            </p:cNvSpPr>
            <p:nvPr/>
          </p:nvSpPr>
          <p:spPr bwMode="auto">
            <a:xfrm>
              <a:off x="1890" y="3320"/>
              <a:ext cx="21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723" name="Line 86"/>
            <p:cNvSpPr>
              <a:spLocks noChangeShapeType="1"/>
            </p:cNvSpPr>
            <p:nvPr/>
          </p:nvSpPr>
          <p:spPr bwMode="auto">
            <a:xfrm flipV="1">
              <a:off x="1986" y="2982"/>
              <a:ext cx="0" cy="2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724" name="Line 87"/>
            <p:cNvSpPr>
              <a:spLocks noChangeShapeType="1"/>
            </p:cNvSpPr>
            <p:nvPr/>
          </p:nvSpPr>
          <p:spPr bwMode="auto">
            <a:xfrm flipV="1">
              <a:off x="1986" y="3320"/>
              <a:ext cx="0" cy="2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9" name="Group 88"/>
            <p:cNvGrpSpPr>
              <a:grpSpLocks/>
            </p:cNvGrpSpPr>
            <p:nvPr/>
          </p:nvGrpSpPr>
          <p:grpSpPr bwMode="auto">
            <a:xfrm>
              <a:off x="1501" y="2885"/>
              <a:ext cx="242" cy="218"/>
              <a:chOff x="1598" y="3273"/>
              <a:chExt cx="242" cy="218"/>
            </a:xfrm>
          </p:grpSpPr>
          <p:sp>
            <p:nvSpPr>
              <p:cNvPr id="29736" name="Oval 89"/>
              <p:cNvSpPr>
                <a:spLocks noChangeArrowheads="1"/>
              </p:cNvSpPr>
              <p:nvPr/>
            </p:nvSpPr>
            <p:spPr bwMode="auto">
              <a:xfrm>
                <a:off x="1743" y="3273"/>
                <a:ext cx="97" cy="218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1" hangingPunct="1"/>
                <a:endParaRPr lang="en-US"/>
              </a:p>
            </p:txBody>
          </p:sp>
          <p:sp>
            <p:nvSpPr>
              <p:cNvPr id="29737" name="Oval 90"/>
              <p:cNvSpPr>
                <a:spLocks noChangeArrowheads="1"/>
              </p:cNvSpPr>
              <p:nvPr/>
            </p:nvSpPr>
            <p:spPr bwMode="auto">
              <a:xfrm>
                <a:off x="1695" y="3273"/>
                <a:ext cx="97" cy="218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1" hangingPunct="1"/>
                <a:endParaRPr lang="en-US"/>
              </a:p>
            </p:txBody>
          </p:sp>
          <p:sp>
            <p:nvSpPr>
              <p:cNvPr id="29738" name="Oval 91"/>
              <p:cNvSpPr>
                <a:spLocks noChangeArrowheads="1"/>
              </p:cNvSpPr>
              <p:nvPr/>
            </p:nvSpPr>
            <p:spPr bwMode="auto">
              <a:xfrm>
                <a:off x="1646" y="3273"/>
                <a:ext cx="97" cy="218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1" hangingPunct="1"/>
                <a:endParaRPr lang="en-US"/>
              </a:p>
            </p:txBody>
          </p:sp>
          <p:sp>
            <p:nvSpPr>
              <p:cNvPr id="29739" name="Oval 92"/>
              <p:cNvSpPr>
                <a:spLocks noChangeArrowheads="1"/>
              </p:cNvSpPr>
              <p:nvPr/>
            </p:nvSpPr>
            <p:spPr bwMode="auto">
              <a:xfrm>
                <a:off x="1598" y="3273"/>
                <a:ext cx="97" cy="218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1" hangingPunct="1"/>
                <a:endParaRPr lang="en-US"/>
              </a:p>
            </p:txBody>
          </p:sp>
        </p:grpSp>
        <p:sp>
          <p:nvSpPr>
            <p:cNvPr id="29726" name="Text Box 93"/>
            <p:cNvSpPr txBox="1">
              <a:spLocks noChangeArrowheads="1"/>
            </p:cNvSpPr>
            <p:nvPr/>
          </p:nvSpPr>
          <p:spPr bwMode="auto">
            <a:xfrm>
              <a:off x="1670" y="3162"/>
              <a:ext cx="218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b="1"/>
                <a:t>C</a:t>
              </a:r>
              <a:endParaRPr lang="en-US" sz="1400" b="1" baseline="-25000"/>
            </a:p>
          </p:txBody>
        </p:sp>
        <p:sp>
          <p:nvSpPr>
            <p:cNvPr id="29727" name="Text Box 94"/>
            <p:cNvSpPr txBox="1">
              <a:spLocks noChangeArrowheads="1"/>
            </p:cNvSpPr>
            <p:nvPr/>
          </p:nvSpPr>
          <p:spPr bwMode="auto">
            <a:xfrm>
              <a:off x="1525" y="2667"/>
              <a:ext cx="218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b="1"/>
                <a:t>L</a:t>
              </a:r>
              <a:endParaRPr lang="en-US" sz="1400" b="1" baseline="-25000"/>
            </a:p>
          </p:txBody>
        </p:sp>
        <p:sp>
          <p:nvSpPr>
            <p:cNvPr id="29728" name="Line 95"/>
            <p:cNvSpPr>
              <a:spLocks noChangeShapeType="1"/>
            </p:cNvSpPr>
            <p:nvPr/>
          </p:nvSpPr>
          <p:spPr bwMode="auto">
            <a:xfrm>
              <a:off x="1283" y="2982"/>
              <a:ext cx="21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729" name="AutoShape 96"/>
            <p:cNvSpPr>
              <a:spLocks noChangeArrowheads="1"/>
            </p:cNvSpPr>
            <p:nvPr/>
          </p:nvSpPr>
          <p:spPr bwMode="auto">
            <a:xfrm>
              <a:off x="1307" y="3224"/>
              <a:ext cx="145" cy="96"/>
            </a:xfrm>
            <a:prstGeom prst="triangle">
              <a:avLst>
                <a:gd name="adj" fmla="val 50000"/>
              </a:avLst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en-US"/>
            </a:p>
          </p:txBody>
        </p:sp>
        <p:sp>
          <p:nvSpPr>
            <p:cNvPr id="29730" name="Line 97"/>
            <p:cNvSpPr>
              <a:spLocks noChangeShapeType="1"/>
            </p:cNvSpPr>
            <p:nvPr/>
          </p:nvSpPr>
          <p:spPr bwMode="auto">
            <a:xfrm>
              <a:off x="1307" y="3224"/>
              <a:ext cx="14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731" name="Line 98"/>
            <p:cNvSpPr>
              <a:spLocks noChangeShapeType="1"/>
            </p:cNvSpPr>
            <p:nvPr/>
          </p:nvSpPr>
          <p:spPr bwMode="auto">
            <a:xfrm flipV="1">
              <a:off x="1380" y="2982"/>
              <a:ext cx="0" cy="2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732" name="Line 99"/>
            <p:cNvSpPr>
              <a:spLocks noChangeShapeType="1"/>
            </p:cNvSpPr>
            <p:nvPr/>
          </p:nvSpPr>
          <p:spPr bwMode="auto">
            <a:xfrm flipV="1">
              <a:off x="1380" y="3321"/>
              <a:ext cx="0" cy="2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733" name="Text Box 100"/>
            <p:cNvSpPr txBox="1">
              <a:spLocks noChangeArrowheads="1"/>
            </p:cNvSpPr>
            <p:nvPr/>
          </p:nvSpPr>
          <p:spPr bwMode="auto">
            <a:xfrm>
              <a:off x="558" y="3598"/>
              <a:ext cx="2032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en-US" b="1"/>
                <a:t>A DC-DC Buck Converter</a:t>
              </a:r>
            </a:p>
          </p:txBody>
        </p:sp>
        <p:sp>
          <p:nvSpPr>
            <p:cNvPr id="29734" name="Line 101"/>
            <p:cNvSpPr>
              <a:spLocks noChangeShapeType="1"/>
            </p:cNvSpPr>
            <p:nvPr/>
          </p:nvSpPr>
          <p:spPr bwMode="auto">
            <a:xfrm>
              <a:off x="1791" y="2934"/>
              <a:ext cx="16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735" name="Line 102"/>
            <p:cNvSpPr>
              <a:spLocks noChangeShapeType="1"/>
            </p:cNvSpPr>
            <p:nvPr/>
          </p:nvSpPr>
          <p:spPr bwMode="auto">
            <a:xfrm flipH="1" flipV="1">
              <a:off x="1259" y="3176"/>
              <a:ext cx="1" cy="16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367" name="Rectangle 103"/>
          <p:cNvSpPr>
            <a:spLocks noChangeArrowheads="1"/>
          </p:cNvSpPr>
          <p:nvPr/>
        </p:nvSpPr>
        <p:spPr bwMode="auto">
          <a:xfrm>
            <a:off x="1614488" y="4273550"/>
            <a:ext cx="1804987" cy="1460500"/>
          </a:xfrm>
          <a:prstGeom prst="rect">
            <a:avLst/>
          </a:prstGeom>
          <a:noFill/>
          <a:ln w="9525">
            <a:solidFill>
              <a:srgbClr val="FF0000"/>
            </a:solidFill>
            <a:prstDash val="dash"/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/>
          </a:p>
        </p:txBody>
      </p:sp>
      <p:sp>
        <p:nvSpPr>
          <p:cNvPr id="11368" name="Text Box 104"/>
          <p:cNvSpPr txBox="1">
            <a:spLocks noChangeArrowheads="1"/>
          </p:cNvSpPr>
          <p:nvPr/>
        </p:nvSpPr>
        <p:spPr bwMode="auto">
          <a:xfrm>
            <a:off x="2036763" y="3967163"/>
            <a:ext cx="1112837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</a:rPr>
              <a:t>lossless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7" grpId="0"/>
      <p:bldP spid="11293" grpId="0"/>
      <p:bldP spid="11294" grpId="0"/>
      <p:bldP spid="11367" grpId="0" animBg="1"/>
      <p:bldP spid="1136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49"/>
          <p:cNvSpPr>
            <a:spLocks noChangeArrowheads="1"/>
          </p:cNvSpPr>
          <p:nvPr/>
        </p:nvSpPr>
        <p:spPr bwMode="auto">
          <a:xfrm>
            <a:off x="487363" y="95250"/>
            <a:ext cx="8474075" cy="3937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algn="ctr" defTabSz="762000" eaLnBrk="0" hangingPunct="0"/>
            <a:r>
              <a:rPr lang="en-GB" b="0">
                <a:solidFill>
                  <a:srgbClr val="000000"/>
                </a:solidFill>
              </a:rPr>
              <a:t>Steady-state analysis of the Buck converter in CCM (I)</a:t>
            </a:r>
          </a:p>
        </p:txBody>
      </p:sp>
      <p:sp>
        <p:nvSpPr>
          <p:cNvPr id="19459" name="Rectangle 50"/>
          <p:cNvSpPr>
            <a:spLocks noChangeArrowheads="1"/>
          </p:cNvSpPr>
          <p:nvPr/>
        </p:nvSpPr>
        <p:spPr bwMode="auto">
          <a:xfrm>
            <a:off x="111125" y="671513"/>
            <a:ext cx="8918575" cy="7905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algn="just" defTabSz="762000" eaLnBrk="0" hangingPunct="0">
              <a:lnSpc>
                <a:spcPct val="115000"/>
              </a:lnSpc>
              <a:spcAft>
                <a:spcPct val="35000"/>
              </a:spcAft>
              <a:buSzPct val="150000"/>
              <a:buFont typeface="Wingdings" pitchFamily="2" charset="2"/>
              <a:buNone/>
            </a:pPr>
            <a:r>
              <a:rPr lang="en-US">
                <a:solidFill>
                  <a:schemeClr val="tx1"/>
                </a:solidFill>
              </a:rPr>
              <a:t>Step 1: Main waveforms.  </a:t>
            </a:r>
            <a:r>
              <a:rPr lang="en-US" b="0">
                <a:solidFill>
                  <a:srgbClr val="737300"/>
                </a:solidFill>
              </a:rPr>
              <a:t>Remember that the output voltage remains constant during a switching cycle if the converter has been properly designed</a:t>
            </a:r>
          </a:p>
        </p:txBody>
      </p:sp>
      <p:grpSp>
        <p:nvGrpSpPr>
          <p:cNvPr id="2" name="Group 311"/>
          <p:cNvGrpSpPr>
            <a:grpSpLocks/>
          </p:cNvGrpSpPr>
          <p:nvPr/>
        </p:nvGrpSpPr>
        <p:grpSpPr bwMode="auto">
          <a:xfrm>
            <a:off x="574675" y="1462088"/>
            <a:ext cx="3948113" cy="1476375"/>
            <a:chOff x="362" y="921"/>
            <a:chExt cx="2487" cy="930"/>
          </a:xfrm>
        </p:grpSpPr>
        <p:grpSp>
          <p:nvGrpSpPr>
            <p:cNvPr id="3" name="Group 53"/>
            <p:cNvGrpSpPr>
              <a:grpSpLocks/>
            </p:cNvGrpSpPr>
            <p:nvPr/>
          </p:nvGrpSpPr>
          <p:grpSpPr bwMode="auto">
            <a:xfrm rot="-5400000">
              <a:off x="1288" y="1491"/>
              <a:ext cx="110" cy="124"/>
              <a:chOff x="2216" y="2434"/>
              <a:chExt cx="110" cy="124"/>
            </a:xfrm>
          </p:grpSpPr>
          <p:sp>
            <p:nvSpPr>
              <p:cNvPr id="19669" name="AutoShape 54"/>
              <p:cNvSpPr>
                <a:spLocks noChangeArrowheads="1"/>
              </p:cNvSpPr>
              <p:nvPr/>
            </p:nvSpPr>
            <p:spPr bwMode="auto">
              <a:xfrm rot="5400000">
                <a:off x="2208" y="2446"/>
                <a:ext cx="116" cy="100"/>
              </a:xfrm>
              <a:prstGeom prst="triangle">
                <a:avLst>
                  <a:gd name="adj" fmla="val 50000"/>
                </a:avLst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19670" name="Line 55"/>
              <p:cNvSpPr>
                <a:spLocks noChangeShapeType="1"/>
              </p:cNvSpPr>
              <p:nvPr/>
            </p:nvSpPr>
            <p:spPr bwMode="auto">
              <a:xfrm>
                <a:off x="2326" y="2434"/>
                <a:ext cx="0" cy="12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9601" name="Line 56"/>
            <p:cNvSpPr>
              <a:spLocks noChangeShapeType="1"/>
            </p:cNvSpPr>
            <p:nvPr/>
          </p:nvSpPr>
          <p:spPr bwMode="auto">
            <a:xfrm rot="10800000">
              <a:off x="515" y="1849"/>
              <a:ext cx="202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602" name="Line 57"/>
            <p:cNvSpPr>
              <a:spLocks noChangeShapeType="1"/>
            </p:cNvSpPr>
            <p:nvPr/>
          </p:nvSpPr>
          <p:spPr bwMode="auto">
            <a:xfrm rot="10800000">
              <a:off x="516" y="1237"/>
              <a:ext cx="25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603" name="Text Box 58"/>
            <p:cNvSpPr txBox="1">
              <a:spLocks noChangeArrowheads="1"/>
            </p:cNvSpPr>
            <p:nvPr/>
          </p:nvSpPr>
          <p:spPr bwMode="auto">
            <a:xfrm>
              <a:off x="2259" y="1468"/>
              <a:ext cx="273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/>
              <a:r>
                <a:rPr lang="en-GB" sz="1800" b="0">
                  <a:solidFill>
                    <a:schemeClr val="tx1"/>
                  </a:solidFill>
                </a:rPr>
                <a:t>R</a:t>
              </a:r>
              <a:r>
                <a:rPr lang="en-GB" sz="1800" b="0" baseline="-25000">
                  <a:solidFill>
                    <a:schemeClr val="tx1"/>
                  </a:solidFill>
                </a:rPr>
                <a:t>L</a:t>
              </a:r>
            </a:p>
          </p:txBody>
        </p:sp>
        <p:sp>
          <p:nvSpPr>
            <p:cNvPr id="19604" name="Text Box 59"/>
            <p:cNvSpPr txBox="1">
              <a:spLocks noChangeArrowheads="1"/>
            </p:cNvSpPr>
            <p:nvPr/>
          </p:nvSpPr>
          <p:spPr bwMode="auto">
            <a:xfrm>
              <a:off x="561" y="1495"/>
              <a:ext cx="317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/>
              <a:r>
                <a:rPr lang="en-GB" sz="1800" b="0">
                  <a:solidFill>
                    <a:schemeClr val="tx1"/>
                  </a:solidFill>
                </a:rPr>
                <a:t>v</a:t>
              </a:r>
              <a:r>
                <a:rPr lang="en-GB" sz="1800" b="0" baseline="-25000">
                  <a:solidFill>
                    <a:schemeClr val="tx1"/>
                  </a:solidFill>
                </a:rPr>
                <a:t>g</a:t>
              </a:r>
            </a:p>
          </p:txBody>
        </p:sp>
        <p:sp>
          <p:nvSpPr>
            <p:cNvPr id="19605" name="Text Box 60"/>
            <p:cNvSpPr txBox="1">
              <a:spLocks noChangeArrowheads="1"/>
            </p:cNvSpPr>
            <p:nvPr/>
          </p:nvSpPr>
          <p:spPr bwMode="auto">
            <a:xfrm>
              <a:off x="2533" y="1406"/>
              <a:ext cx="31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GB" sz="1800" b="0">
                  <a:solidFill>
                    <a:schemeClr val="tx1"/>
                  </a:solidFill>
                </a:rPr>
                <a:t>v</a:t>
              </a:r>
              <a:r>
                <a:rPr lang="en-GB" sz="1800" b="0" baseline="-25000">
                  <a:solidFill>
                    <a:schemeClr val="tx1"/>
                  </a:solidFill>
                </a:rPr>
                <a:t>O</a:t>
              </a:r>
            </a:p>
          </p:txBody>
        </p:sp>
        <p:grpSp>
          <p:nvGrpSpPr>
            <p:cNvPr id="4" name="Group 61"/>
            <p:cNvGrpSpPr>
              <a:grpSpLocks/>
            </p:cNvGrpSpPr>
            <p:nvPr/>
          </p:nvGrpSpPr>
          <p:grpSpPr bwMode="auto">
            <a:xfrm>
              <a:off x="2487" y="1440"/>
              <a:ext cx="97" cy="170"/>
              <a:chOff x="5177" y="2146"/>
              <a:chExt cx="97" cy="170"/>
            </a:xfrm>
          </p:grpSpPr>
          <p:sp>
            <p:nvSpPr>
              <p:cNvPr id="19661" name="Line 62"/>
              <p:cNvSpPr>
                <a:spLocks noChangeShapeType="1"/>
              </p:cNvSpPr>
              <p:nvPr/>
            </p:nvSpPr>
            <p:spPr bwMode="auto">
              <a:xfrm rot="16200000" flipH="1">
                <a:off x="5238" y="2134"/>
                <a:ext cx="24" cy="4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662" name="Line 63"/>
              <p:cNvSpPr>
                <a:spLocks noChangeShapeType="1"/>
              </p:cNvSpPr>
              <p:nvPr/>
            </p:nvSpPr>
            <p:spPr bwMode="auto">
              <a:xfrm rot="-5400000">
                <a:off x="5218" y="2132"/>
                <a:ext cx="16" cy="9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663" name="Line 64"/>
              <p:cNvSpPr>
                <a:spLocks noChangeShapeType="1"/>
              </p:cNvSpPr>
              <p:nvPr/>
            </p:nvSpPr>
            <p:spPr bwMode="auto">
              <a:xfrm rot="16200000" flipH="1">
                <a:off x="5205" y="2160"/>
                <a:ext cx="35" cy="9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5" name="Group 65"/>
              <p:cNvGrpSpPr>
                <a:grpSpLocks/>
              </p:cNvGrpSpPr>
              <p:nvPr/>
            </p:nvGrpSpPr>
            <p:grpSpPr bwMode="auto">
              <a:xfrm rot="-5400000">
                <a:off x="5201" y="2220"/>
                <a:ext cx="50" cy="93"/>
                <a:chOff x="2250" y="1869"/>
                <a:chExt cx="87" cy="178"/>
              </a:xfrm>
            </p:grpSpPr>
            <p:sp>
              <p:nvSpPr>
                <p:cNvPr id="19667" name="Line 66"/>
                <p:cNvSpPr>
                  <a:spLocks noChangeShapeType="1"/>
                </p:cNvSpPr>
                <p:nvPr/>
              </p:nvSpPr>
              <p:spPr bwMode="auto">
                <a:xfrm>
                  <a:off x="2250" y="1873"/>
                  <a:ext cx="27" cy="174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668" name="Line 67"/>
                <p:cNvSpPr>
                  <a:spLocks noChangeShapeType="1"/>
                </p:cNvSpPr>
                <p:nvPr/>
              </p:nvSpPr>
              <p:spPr bwMode="auto">
                <a:xfrm flipH="1">
                  <a:off x="2276" y="1869"/>
                  <a:ext cx="61" cy="17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9665" name="Line 68"/>
              <p:cNvSpPr>
                <a:spLocks noChangeShapeType="1"/>
              </p:cNvSpPr>
              <p:nvPr/>
            </p:nvSpPr>
            <p:spPr bwMode="auto">
              <a:xfrm rot="-5400000">
                <a:off x="5215" y="2185"/>
                <a:ext cx="16" cy="9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666" name="Line 69"/>
              <p:cNvSpPr>
                <a:spLocks noChangeShapeType="1"/>
              </p:cNvSpPr>
              <p:nvPr/>
            </p:nvSpPr>
            <p:spPr bwMode="auto">
              <a:xfrm rot="16200000" flipH="1">
                <a:off x="5191" y="2282"/>
                <a:ext cx="23" cy="4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9607" name="Line 70"/>
            <p:cNvSpPr>
              <a:spLocks noChangeShapeType="1"/>
            </p:cNvSpPr>
            <p:nvPr/>
          </p:nvSpPr>
          <p:spPr bwMode="auto">
            <a:xfrm>
              <a:off x="2534" y="1241"/>
              <a:ext cx="0" cy="1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608" name="Line 71"/>
            <p:cNvSpPr>
              <a:spLocks noChangeShapeType="1"/>
            </p:cNvSpPr>
            <p:nvPr/>
          </p:nvSpPr>
          <p:spPr bwMode="auto">
            <a:xfrm>
              <a:off x="2535" y="1611"/>
              <a:ext cx="0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6" name="Group 72"/>
            <p:cNvGrpSpPr>
              <a:grpSpLocks/>
            </p:cNvGrpSpPr>
            <p:nvPr/>
          </p:nvGrpSpPr>
          <p:grpSpPr bwMode="auto">
            <a:xfrm>
              <a:off x="362" y="1512"/>
              <a:ext cx="314" cy="81"/>
              <a:chOff x="962" y="1273"/>
              <a:chExt cx="314" cy="81"/>
            </a:xfrm>
          </p:grpSpPr>
          <p:sp>
            <p:nvSpPr>
              <p:cNvPr id="19659" name="Rectangle 73"/>
              <p:cNvSpPr>
                <a:spLocks noChangeArrowheads="1"/>
              </p:cNvSpPr>
              <p:nvPr/>
            </p:nvSpPr>
            <p:spPr bwMode="auto">
              <a:xfrm>
                <a:off x="1053" y="1314"/>
                <a:ext cx="132" cy="40"/>
              </a:xfrm>
              <a:prstGeom prst="rect">
                <a:avLst/>
              </a:prstGeom>
              <a:solidFill>
                <a:schemeClr val="tx1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19660" name="Line 74"/>
              <p:cNvSpPr>
                <a:spLocks noChangeShapeType="1"/>
              </p:cNvSpPr>
              <p:nvPr/>
            </p:nvSpPr>
            <p:spPr bwMode="auto">
              <a:xfrm rot="10800000">
                <a:off x="962" y="1273"/>
                <a:ext cx="31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9610" name="Line 75"/>
            <p:cNvSpPr>
              <a:spLocks noChangeShapeType="1"/>
            </p:cNvSpPr>
            <p:nvPr/>
          </p:nvSpPr>
          <p:spPr bwMode="auto">
            <a:xfrm rot="5400000">
              <a:off x="382" y="1376"/>
              <a:ext cx="27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611" name="Line 76"/>
            <p:cNvSpPr>
              <a:spLocks noChangeShapeType="1"/>
            </p:cNvSpPr>
            <p:nvPr/>
          </p:nvSpPr>
          <p:spPr bwMode="auto">
            <a:xfrm rot="5400000">
              <a:off x="383" y="1715"/>
              <a:ext cx="27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612" name="Line 77"/>
            <p:cNvSpPr>
              <a:spLocks noChangeShapeType="1"/>
            </p:cNvSpPr>
            <p:nvPr/>
          </p:nvSpPr>
          <p:spPr bwMode="auto">
            <a:xfrm rot="10800000">
              <a:off x="911" y="1237"/>
              <a:ext cx="66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613" name="Rectangle 78"/>
            <p:cNvSpPr>
              <a:spLocks noChangeArrowheads="1"/>
            </p:cNvSpPr>
            <p:nvPr/>
          </p:nvSpPr>
          <p:spPr bwMode="auto">
            <a:xfrm>
              <a:off x="924" y="1375"/>
              <a:ext cx="212" cy="23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GB" sz="1800" b="0">
                  <a:solidFill>
                    <a:schemeClr val="tx1"/>
                  </a:solidFill>
                </a:rPr>
                <a:t>S</a:t>
              </a:r>
              <a:endParaRPr lang="en-GB" sz="1800" b="0" baseline="-25000">
                <a:solidFill>
                  <a:schemeClr val="tx1"/>
                </a:solidFill>
              </a:endParaRPr>
            </a:p>
          </p:txBody>
        </p:sp>
        <p:sp>
          <p:nvSpPr>
            <p:cNvPr id="19614" name="Freeform 79"/>
            <p:cNvSpPr>
              <a:spLocks/>
            </p:cNvSpPr>
            <p:nvPr/>
          </p:nvSpPr>
          <p:spPr bwMode="auto">
            <a:xfrm>
              <a:off x="2252" y="1182"/>
              <a:ext cx="337" cy="130"/>
            </a:xfrm>
            <a:custGeom>
              <a:avLst/>
              <a:gdLst>
                <a:gd name="T0" fmla="*/ 0 w 153"/>
                <a:gd name="T1" fmla="*/ 0 h 234"/>
                <a:gd name="T2" fmla="*/ 38458 w 153"/>
                <a:gd name="T3" fmla="*/ 0 h 234"/>
                <a:gd name="T4" fmla="*/ 38458 w 153"/>
                <a:gd name="T5" fmla="*/ 4 h 234"/>
                <a:gd name="T6" fmla="*/ 0 60000 65536"/>
                <a:gd name="T7" fmla="*/ 0 60000 65536"/>
                <a:gd name="T8" fmla="*/ 0 60000 65536"/>
                <a:gd name="T9" fmla="*/ 0 w 153"/>
                <a:gd name="T10" fmla="*/ 0 h 234"/>
                <a:gd name="T11" fmla="*/ 153 w 153"/>
                <a:gd name="T12" fmla="*/ 234 h 23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3" h="234">
                  <a:moveTo>
                    <a:pt x="0" y="0"/>
                  </a:moveTo>
                  <a:lnTo>
                    <a:pt x="153" y="0"/>
                  </a:lnTo>
                  <a:lnTo>
                    <a:pt x="153" y="234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9615" name="Text Box 80"/>
            <p:cNvSpPr txBox="1">
              <a:spLocks noChangeArrowheads="1"/>
            </p:cNvSpPr>
            <p:nvPr/>
          </p:nvSpPr>
          <p:spPr bwMode="auto">
            <a:xfrm>
              <a:off x="2297" y="951"/>
              <a:ext cx="24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GB" sz="1800" b="0">
                  <a:solidFill>
                    <a:schemeClr val="tx1"/>
                  </a:solidFill>
                </a:rPr>
                <a:t>i</a:t>
              </a:r>
              <a:r>
                <a:rPr lang="en-GB" sz="1800" b="0" baseline="-25000">
                  <a:solidFill>
                    <a:schemeClr val="tx1"/>
                  </a:solidFill>
                </a:rPr>
                <a:t>O</a:t>
              </a:r>
            </a:p>
          </p:txBody>
        </p:sp>
        <p:sp>
          <p:nvSpPr>
            <p:cNvPr id="19616" name="Freeform 81"/>
            <p:cNvSpPr>
              <a:spLocks/>
            </p:cNvSpPr>
            <p:nvPr/>
          </p:nvSpPr>
          <p:spPr bwMode="auto">
            <a:xfrm rot="-5400000">
              <a:off x="426" y="1219"/>
              <a:ext cx="201" cy="126"/>
            </a:xfrm>
            <a:custGeom>
              <a:avLst/>
              <a:gdLst>
                <a:gd name="T0" fmla="*/ 0 w 153"/>
                <a:gd name="T1" fmla="*/ 0 h 234"/>
                <a:gd name="T2" fmla="*/ 1034 w 153"/>
                <a:gd name="T3" fmla="*/ 0 h 234"/>
                <a:gd name="T4" fmla="*/ 1034 w 153"/>
                <a:gd name="T5" fmla="*/ 3 h 234"/>
                <a:gd name="T6" fmla="*/ 0 60000 65536"/>
                <a:gd name="T7" fmla="*/ 0 60000 65536"/>
                <a:gd name="T8" fmla="*/ 0 60000 65536"/>
                <a:gd name="T9" fmla="*/ 0 w 153"/>
                <a:gd name="T10" fmla="*/ 0 h 234"/>
                <a:gd name="T11" fmla="*/ 153 w 153"/>
                <a:gd name="T12" fmla="*/ 234 h 23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3" h="234">
                  <a:moveTo>
                    <a:pt x="0" y="0"/>
                  </a:moveTo>
                  <a:lnTo>
                    <a:pt x="153" y="0"/>
                  </a:lnTo>
                  <a:lnTo>
                    <a:pt x="153" y="234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9617" name="Text Box 82"/>
            <p:cNvSpPr txBox="1">
              <a:spLocks noChangeArrowheads="1"/>
            </p:cNvSpPr>
            <p:nvPr/>
          </p:nvSpPr>
          <p:spPr bwMode="auto">
            <a:xfrm>
              <a:off x="439" y="921"/>
              <a:ext cx="348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/>
              <a:r>
                <a:rPr lang="en-GB" sz="1800" b="0">
                  <a:solidFill>
                    <a:schemeClr val="tx1"/>
                  </a:solidFill>
                </a:rPr>
                <a:t>i</a:t>
              </a:r>
              <a:r>
                <a:rPr lang="en-GB" sz="1800" b="0" baseline="-25000">
                  <a:solidFill>
                    <a:schemeClr val="tx1"/>
                  </a:solidFill>
                </a:rPr>
                <a:t>g</a:t>
              </a:r>
            </a:p>
          </p:txBody>
        </p:sp>
        <p:sp>
          <p:nvSpPr>
            <p:cNvPr id="19618" name="Line 83"/>
            <p:cNvSpPr>
              <a:spLocks noChangeShapeType="1"/>
            </p:cNvSpPr>
            <p:nvPr/>
          </p:nvSpPr>
          <p:spPr bwMode="auto">
            <a:xfrm rot="10800000" flipH="1">
              <a:off x="2058" y="1239"/>
              <a:ext cx="0" cy="25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619" name="Line 84"/>
            <p:cNvSpPr>
              <a:spLocks noChangeShapeType="1"/>
            </p:cNvSpPr>
            <p:nvPr/>
          </p:nvSpPr>
          <p:spPr bwMode="auto">
            <a:xfrm>
              <a:off x="2057" y="1543"/>
              <a:ext cx="0" cy="30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7" name="Group 85"/>
            <p:cNvGrpSpPr>
              <a:grpSpLocks/>
            </p:cNvGrpSpPr>
            <p:nvPr/>
          </p:nvGrpSpPr>
          <p:grpSpPr bwMode="auto">
            <a:xfrm>
              <a:off x="1977" y="1497"/>
              <a:ext cx="159" cy="47"/>
              <a:chOff x="1530" y="2848"/>
              <a:chExt cx="125" cy="47"/>
            </a:xfrm>
          </p:grpSpPr>
          <p:sp>
            <p:nvSpPr>
              <p:cNvPr id="19657" name="Line 86"/>
              <p:cNvSpPr>
                <a:spLocks noChangeShapeType="1"/>
              </p:cNvSpPr>
              <p:nvPr/>
            </p:nvSpPr>
            <p:spPr bwMode="auto">
              <a:xfrm>
                <a:off x="1530" y="2848"/>
                <a:ext cx="125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658" name="Line 87"/>
              <p:cNvSpPr>
                <a:spLocks noChangeShapeType="1"/>
              </p:cNvSpPr>
              <p:nvPr/>
            </p:nvSpPr>
            <p:spPr bwMode="auto">
              <a:xfrm>
                <a:off x="1530" y="2895"/>
                <a:ext cx="125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8" name="Group 88"/>
            <p:cNvGrpSpPr>
              <a:grpSpLocks/>
            </p:cNvGrpSpPr>
            <p:nvPr/>
          </p:nvGrpSpPr>
          <p:grpSpPr bwMode="auto">
            <a:xfrm>
              <a:off x="1585" y="1172"/>
              <a:ext cx="304" cy="119"/>
              <a:chOff x="1793" y="897"/>
              <a:chExt cx="304" cy="119"/>
            </a:xfrm>
          </p:grpSpPr>
          <p:sp>
            <p:nvSpPr>
              <p:cNvPr id="19650" name="Arc 89"/>
              <p:cNvSpPr>
                <a:spLocks/>
              </p:cNvSpPr>
              <p:nvPr/>
            </p:nvSpPr>
            <p:spPr bwMode="auto">
              <a:xfrm rot="5400000" flipH="1">
                <a:off x="1876" y="884"/>
                <a:ext cx="74" cy="101"/>
              </a:xfrm>
              <a:custGeom>
                <a:avLst/>
                <a:gdLst>
                  <a:gd name="T0" fmla="*/ 0 w 21600"/>
                  <a:gd name="T1" fmla="*/ 0 h 43099"/>
                  <a:gd name="T2" fmla="*/ 0 w 21600"/>
                  <a:gd name="T3" fmla="*/ 0 h 43099"/>
                  <a:gd name="T4" fmla="*/ 0 w 21600"/>
                  <a:gd name="T5" fmla="*/ 0 h 43099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43099"/>
                  <a:gd name="T11" fmla="*/ 21600 w 21600"/>
                  <a:gd name="T12" fmla="*/ 43099 h 4309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43099" fill="none" extrusionOk="0">
                    <a:moveTo>
                      <a:pt x="1802" y="0"/>
                    </a:moveTo>
                    <a:cubicBezTo>
                      <a:pt x="12994" y="937"/>
                      <a:pt x="21600" y="10294"/>
                      <a:pt x="21600" y="21525"/>
                    </a:cubicBezTo>
                    <a:cubicBezTo>
                      <a:pt x="21600" y="33043"/>
                      <a:pt x="12561" y="42535"/>
                      <a:pt x="1057" y="43099"/>
                    </a:cubicBezTo>
                  </a:path>
                  <a:path w="21600" h="43099" stroke="0" extrusionOk="0">
                    <a:moveTo>
                      <a:pt x="1802" y="0"/>
                    </a:moveTo>
                    <a:cubicBezTo>
                      <a:pt x="12994" y="937"/>
                      <a:pt x="21600" y="10294"/>
                      <a:pt x="21600" y="21525"/>
                    </a:cubicBezTo>
                    <a:cubicBezTo>
                      <a:pt x="21600" y="33043"/>
                      <a:pt x="12561" y="42535"/>
                      <a:pt x="1057" y="43099"/>
                    </a:cubicBezTo>
                    <a:lnTo>
                      <a:pt x="0" y="21525"/>
                    </a:lnTo>
                    <a:close/>
                  </a:path>
                </a:pathLst>
              </a:cu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9651" name="Arc 90"/>
              <p:cNvSpPr>
                <a:spLocks/>
              </p:cNvSpPr>
              <p:nvPr/>
            </p:nvSpPr>
            <p:spPr bwMode="auto">
              <a:xfrm rot="5400000">
                <a:off x="1855" y="974"/>
                <a:ext cx="49" cy="33"/>
              </a:xfrm>
              <a:custGeom>
                <a:avLst/>
                <a:gdLst>
                  <a:gd name="T0" fmla="*/ 0 w 21600"/>
                  <a:gd name="T1" fmla="*/ 0 h 43174"/>
                  <a:gd name="T2" fmla="*/ 0 w 21600"/>
                  <a:gd name="T3" fmla="*/ 0 h 43174"/>
                  <a:gd name="T4" fmla="*/ 0 w 21600"/>
                  <a:gd name="T5" fmla="*/ 0 h 43174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43174"/>
                  <a:gd name="T11" fmla="*/ 21600 w 21600"/>
                  <a:gd name="T12" fmla="*/ 43174 h 4317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43174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118"/>
                      <a:pt x="12561" y="42610"/>
                      <a:pt x="1057" y="43174"/>
                    </a:cubicBezTo>
                  </a:path>
                  <a:path w="21600" h="43174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118"/>
                      <a:pt x="12561" y="42610"/>
                      <a:pt x="1057" y="43174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9652" name="Arc 91"/>
              <p:cNvSpPr>
                <a:spLocks/>
              </p:cNvSpPr>
              <p:nvPr/>
            </p:nvSpPr>
            <p:spPr bwMode="auto">
              <a:xfrm rot="5400000" flipH="1">
                <a:off x="1801" y="889"/>
                <a:ext cx="88" cy="103"/>
              </a:xfrm>
              <a:custGeom>
                <a:avLst/>
                <a:gdLst>
                  <a:gd name="T0" fmla="*/ 0 w 21600"/>
                  <a:gd name="T1" fmla="*/ 0 h 42611"/>
                  <a:gd name="T2" fmla="*/ 0 w 21600"/>
                  <a:gd name="T3" fmla="*/ 0 h 42611"/>
                  <a:gd name="T4" fmla="*/ 0 w 21600"/>
                  <a:gd name="T5" fmla="*/ 0 h 42611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42611"/>
                  <a:gd name="T11" fmla="*/ 21600 w 21600"/>
                  <a:gd name="T12" fmla="*/ 42611 h 4261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42611" fill="none" extrusionOk="0">
                    <a:moveTo>
                      <a:pt x="3562" y="-1"/>
                    </a:moveTo>
                    <a:cubicBezTo>
                      <a:pt x="13972" y="1740"/>
                      <a:pt x="21600" y="10749"/>
                      <a:pt x="21600" y="21304"/>
                    </a:cubicBezTo>
                    <a:cubicBezTo>
                      <a:pt x="21600" y="31864"/>
                      <a:pt x="13963" y="40877"/>
                      <a:pt x="3545" y="42610"/>
                    </a:cubicBezTo>
                  </a:path>
                  <a:path w="21600" h="42611" stroke="0" extrusionOk="0">
                    <a:moveTo>
                      <a:pt x="3562" y="-1"/>
                    </a:moveTo>
                    <a:cubicBezTo>
                      <a:pt x="13972" y="1740"/>
                      <a:pt x="21600" y="10749"/>
                      <a:pt x="21600" y="21304"/>
                    </a:cubicBezTo>
                    <a:cubicBezTo>
                      <a:pt x="21600" y="31864"/>
                      <a:pt x="13963" y="40877"/>
                      <a:pt x="3545" y="42610"/>
                    </a:cubicBezTo>
                    <a:lnTo>
                      <a:pt x="0" y="21304"/>
                    </a:lnTo>
                    <a:close/>
                  </a:path>
                </a:pathLst>
              </a:cu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9653" name="Arc 92"/>
              <p:cNvSpPr>
                <a:spLocks/>
              </p:cNvSpPr>
              <p:nvPr/>
            </p:nvSpPr>
            <p:spPr bwMode="auto">
              <a:xfrm rot="5400000">
                <a:off x="1922" y="973"/>
                <a:ext cx="49" cy="33"/>
              </a:xfrm>
              <a:custGeom>
                <a:avLst/>
                <a:gdLst>
                  <a:gd name="T0" fmla="*/ 0 w 21600"/>
                  <a:gd name="T1" fmla="*/ 0 h 43174"/>
                  <a:gd name="T2" fmla="*/ 0 w 21600"/>
                  <a:gd name="T3" fmla="*/ 0 h 43174"/>
                  <a:gd name="T4" fmla="*/ 0 w 21600"/>
                  <a:gd name="T5" fmla="*/ 0 h 43174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43174"/>
                  <a:gd name="T11" fmla="*/ 21600 w 21600"/>
                  <a:gd name="T12" fmla="*/ 43174 h 4317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43174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118"/>
                      <a:pt x="12561" y="42610"/>
                      <a:pt x="1057" y="43174"/>
                    </a:cubicBezTo>
                  </a:path>
                  <a:path w="21600" h="43174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118"/>
                      <a:pt x="12561" y="42610"/>
                      <a:pt x="1057" y="43174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9654" name="Arc 93"/>
              <p:cNvSpPr>
                <a:spLocks/>
              </p:cNvSpPr>
              <p:nvPr/>
            </p:nvSpPr>
            <p:spPr bwMode="auto">
              <a:xfrm rot="5400000" flipH="1">
                <a:off x="1943" y="885"/>
                <a:ext cx="74" cy="101"/>
              </a:xfrm>
              <a:custGeom>
                <a:avLst/>
                <a:gdLst>
                  <a:gd name="T0" fmla="*/ 0 w 21600"/>
                  <a:gd name="T1" fmla="*/ 0 h 43099"/>
                  <a:gd name="T2" fmla="*/ 0 w 21600"/>
                  <a:gd name="T3" fmla="*/ 0 h 43099"/>
                  <a:gd name="T4" fmla="*/ 0 w 21600"/>
                  <a:gd name="T5" fmla="*/ 0 h 43099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43099"/>
                  <a:gd name="T11" fmla="*/ 21600 w 21600"/>
                  <a:gd name="T12" fmla="*/ 43099 h 4309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43099" fill="none" extrusionOk="0">
                    <a:moveTo>
                      <a:pt x="1802" y="0"/>
                    </a:moveTo>
                    <a:cubicBezTo>
                      <a:pt x="12994" y="937"/>
                      <a:pt x="21600" y="10294"/>
                      <a:pt x="21600" y="21525"/>
                    </a:cubicBezTo>
                    <a:cubicBezTo>
                      <a:pt x="21600" y="33043"/>
                      <a:pt x="12561" y="42535"/>
                      <a:pt x="1057" y="43099"/>
                    </a:cubicBezTo>
                  </a:path>
                  <a:path w="21600" h="43099" stroke="0" extrusionOk="0">
                    <a:moveTo>
                      <a:pt x="1802" y="0"/>
                    </a:moveTo>
                    <a:cubicBezTo>
                      <a:pt x="12994" y="937"/>
                      <a:pt x="21600" y="10294"/>
                      <a:pt x="21600" y="21525"/>
                    </a:cubicBezTo>
                    <a:cubicBezTo>
                      <a:pt x="21600" y="33043"/>
                      <a:pt x="12561" y="42535"/>
                      <a:pt x="1057" y="43099"/>
                    </a:cubicBezTo>
                    <a:lnTo>
                      <a:pt x="0" y="21525"/>
                    </a:lnTo>
                    <a:close/>
                  </a:path>
                </a:pathLst>
              </a:cu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9655" name="Arc 94"/>
              <p:cNvSpPr>
                <a:spLocks/>
              </p:cNvSpPr>
              <p:nvPr/>
            </p:nvSpPr>
            <p:spPr bwMode="auto">
              <a:xfrm rot="5400000">
                <a:off x="1989" y="975"/>
                <a:ext cx="49" cy="33"/>
              </a:xfrm>
              <a:custGeom>
                <a:avLst/>
                <a:gdLst>
                  <a:gd name="T0" fmla="*/ 0 w 21600"/>
                  <a:gd name="T1" fmla="*/ 0 h 43174"/>
                  <a:gd name="T2" fmla="*/ 0 w 21600"/>
                  <a:gd name="T3" fmla="*/ 0 h 43174"/>
                  <a:gd name="T4" fmla="*/ 0 w 21600"/>
                  <a:gd name="T5" fmla="*/ 0 h 43174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43174"/>
                  <a:gd name="T11" fmla="*/ 21600 w 21600"/>
                  <a:gd name="T12" fmla="*/ 43174 h 4317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43174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118"/>
                      <a:pt x="12561" y="42610"/>
                      <a:pt x="1057" y="43174"/>
                    </a:cubicBezTo>
                  </a:path>
                  <a:path w="21600" h="43174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118"/>
                      <a:pt x="12561" y="42610"/>
                      <a:pt x="1057" y="43174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9656" name="Arc 95"/>
              <p:cNvSpPr>
                <a:spLocks/>
              </p:cNvSpPr>
              <p:nvPr/>
            </p:nvSpPr>
            <p:spPr bwMode="auto">
              <a:xfrm rot="5400000" flipH="1">
                <a:off x="2010" y="885"/>
                <a:ext cx="74" cy="101"/>
              </a:xfrm>
              <a:custGeom>
                <a:avLst/>
                <a:gdLst>
                  <a:gd name="T0" fmla="*/ 0 w 21600"/>
                  <a:gd name="T1" fmla="*/ 0 h 43099"/>
                  <a:gd name="T2" fmla="*/ 0 w 21600"/>
                  <a:gd name="T3" fmla="*/ 0 h 43099"/>
                  <a:gd name="T4" fmla="*/ 0 w 21600"/>
                  <a:gd name="T5" fmla="*/ 0 h 43099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43099"/>
                  <a:gd name="T11" fmla="*/ 21600 w 21600"/>
                  <a:gd name="T12" fmla="*/ 43099 h 4309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43099" fill="none" extrusionOk="0">
                    <a:moveTo>
                      <a:pt x="1802" y="0"/>
                    </a:moveTo>
                    <a:cubicBezTo>
                      <a:pt x="12994" y="937"/>
                      <a:pt x="21600" y="10294"/>
                      <a:pt x="21600" y="21525"/>
                    </a:cubicBezTo>
                    <a:cubicBezTo>
                      <a:pt x="21600" y="33043"/>
                      <a:pt x="12561" y="42535"/>
                      <a:pt x="1057" y="43099"/>
                    </a:cubicBezTo>
                  </a:path>
                  <a:path w="21600" h="43099" stroke="0" extrusionOk="0">
                    <a:moveTo>
                      <a:pt x="1802" y="0"/>
                    </a:moveTo>
                    <a:cubicBezTo>
                      <a:pt x="12994" y="937"/>
                      <a:pt x="21600" y="10294"/>
                      <a:pt x="21600" y="21525"/>
                    </a:cubicBezTo>
                    <a:cubicBezTo>
                      <a:pt x="21600" y="33043"/>
                      <a:pt x="12561" y="42535"/>
                      <a:pt x="1057" y="43099"/>
                    </a:cubicBezTo>
                    <a:lnTo>
                      <a:pt x="0" y="21525"/>
                    </a:lnTo>
                    <a:close/>
                  </a:path>
                </a:pathLst>
              </a:cu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s-ES"/>
              </a:p>
            </p:txBody>
          </p:sp>
        </p:grpSp>
        <p:sp>
          <p:nvSpPr>
            <p:cNvPr id="19622" name="Line 96"/>
            <p:cNvSpPr>
              <a:spLocks noChangeShapeType="1"/>
            </p:cNvSpPr>
            <p:nvPr/>
          </p:nvSpPr>
          <p:spPr bwMode="auto">
            <a:xfrm rot="10800000">
              <a:off x="1886" y="1240"/>
              <a:ext cx="65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623" name="Text Box 98"/>
            <p:cNvSpPr txBox="1">
              <a:spLocks noChangeArrowheads="1"/>
            </p:cNvSpPr>
            <p:nvPr/>
          </p:nvSpPr>
          <p:spPr bwMode="auto">
            <a:xfrm>
              <a:off x="1346" y="955"/>
              <a:ext cx="242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/>
              <a:r>
                <a:rPr lang="en-GB" sz="1800">
                  <a:solidFill>
                    <a:schemeClr val="tx1"/>
                  </a:solidFill>
                </a:rPr>
                <a:t>i</a:t>
              </a:r>
              <a:r>
                <a:rPr lang="en-GB" sz="1800" baseline="-25000">
                  <a:solidFill>
                    <a:schemeClr val="tx1"/>
                  </a:solidFill>
                </a:rPr>
                <a:t>L</a:t>
              </a:r>
            </a:p>
          </p:txBody>
        </p:sp>
        <p:sp>
          <p:nvSpPr>
            <p:cNvPr id="19624" name="Text Box 99"/>
            <p:cNvSpPr txBox="1">
              <a:spLocks noChangeArrowheads="1"/>
            </p:cNvSpPr>
            <p:nvPr/>
          </p:nvSpPr>
          <p:spPr bwMode="auto">
            <a:xfrm>
              <a:off x="2063" y="1271"/>
              <a:ext cx="220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en-GB" sz="1800" b="0">
                  <a:solidFill>
                    <a:schemeClr val="tx1"/>
                  </a:solidFill>
                </a:rPr>
                <a:t>C</a:t>
              </a:r>
              <a:endParaRPr lang="en-GB" sz="1800" b="0" baseline="-25000">
                <a:solidFill>
                  <a:schemeClr val="tx1"/>
                </a:solidFill>
              </a:endParaRPr>
            </a:p>
          </p:txBody>
        </p:sp>
        <p:sp>
          <p:nvSpPr>
            <p:cNvPr id="19625" name="Text Box 100"/>
            <p:cNvSpPr txBox="1">
              <a:spLocks noChangeArrowheads="1"/>
            </p:cNvSpPr>
            <p:nvPr/>
          </p:nvSpPr>
          <p:spPr bwMode="auto">
            <a:xfrm>
              <a:off x="1725" y="1256"/>
              <a:ext cx="19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en-GB" sz="1800" b="0">
                  <a:solidFill>
                    <a:schemeClr val="tx1"/>
                  </a:solidFill>
                </a:rPr>
                <a:t>L</a:t>
              </a:r>
              <a:endParaRPr lang="en-GB" sz="1800" b="0" baseline="-25000">
                <a:solidFill>
                  <a:schemeClr val="tx1"/>
                </a:solidFill>
              </a:endParaRPr>
            </a:p>
          </p:txBody>
        </p:sp>
        <p:sp>
          <p:nvSpPr>
            <p:cNvPr id="19626" name="Line 101"/>
            <p:cNvSpPr>
              <a:spLocks noChangeShapeType="1"/>
            </p:cNvSpPr>
            <p:nvPr/>
          </p:nvSpPr>
          <p:spPr bwMode="auto">
            <a:xfrm rot="10800000" flipH="1">
              <a:off x="1343" y="1238"/>
              <a:ext cx="0" cy="25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627" name="Line 102"/>
            <p:cNvSpPr>
              <a:spLocks noChangeShapeType="1"/>
            </p:cNvSpPr>
            <p:nvPr/>
          </p:nvSpPr>
          <p:spPr bwMode="auto">
            <a:xfrm>
              <a:off x="1342" y="1608"/>
              <a:ext cx="0" cy="2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628" name="Text Box 103"/>
            <p:cNvSpPr txBox="1">
              <a:spLocks noChangeArrowheads="1"/>
            </p:cNvSpPr>
            <p:nvPr/>
          </p:nvSpPr>
          <p:spPr bwMode="auto">
            <a:xfrm>
              <a:off x="1111" y="1263"/>
              <a:ext cx="348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/>
              <a:r>
                <a:rPr lang="en-GB" sz="1800">
                  <a:solidFill>
                    <a:schemeClr val="tx1"/>
                  </a:solidFill>
                </a:rPr>
                <a:t>i</a:t>
              </a:r>
              <a:r>
                <a:rPr lang="en-GB" sz="1800" baseline="-25000">
                  <a:solidFill>
                    <a:schemeClr val="tx1"/>
                  </a:solidFill>
                </a:rPr>
                <a:t>D</a:t>
              </a:r>
            </a:p>
          </p:txBody>
        </p:sp>
        <p:sp>
          <p:nvSpPr>
            <p:cNvPr id="19629" name="Rectangle 104"/>
            <p:cNvSpPr>
              <a:spLocks noChangeArrowheads="1"/>
            </p:cNvSpPr>
            <p:nvPr/>
          </p:nvSpPr>
          <p:spPr bwMode="auto">
            <a:xfrm>
              <a:off x="1156" y="1589"/>
              <a:ext cx="220" cy="23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GB" sz="1800" b="0">
                  <a:solidFill>
                    <a:schemeClr val="tx1"/>
                  </a:solidFill>
                </a:rPr>
                <a:t>D</a:t>
              </a:r>
              <a:endParaRPr lang="en-GB" sz="1800" b="0" baseline="-25000">
                <a:solidFill>
                  <a:schemeClr val="tx1"/>
                </a:solidFill>
              </a:endParaRPr>
            </a:p>
          </p:txBody>
        </p:sp>
        <p:sp>
          <p:nvSpPr>
            <p:cNvPr id="19630" name="Text Box 105"/>
            <p:cNvSpPr txBox="1">
              <a:spLocks noChangeArrowheads="1"/>
            </p:cNvSpPr>
            <p:nvPr/>
          </p:nvSpPr>
          <p:spPr bwMode="auto">
            <a:xfrm>
              <a:off x="1375" y="1410"/>
              <a:ext cx="317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GB" sz="1800" b="0">
                  <a:solidFill>
                    <a:schemeClr val="tx1"/>
                  </a:solidFill>
                </a:rPr>
                <a:t>v</a:t>
              </a:r>
              <a:r>
                <a:rPr lang="en-GB" sz="1800" b="0" baseline="-25000">
                  <a:solidFill>
                    <a:schemeClr val="tx1"/>
                  </a:solidFill>
                </a:rPr>
                <a:t>D</a:t>
              </a:r>
            </a:p>
          </p:txBody>
        </p:sp>
        <p:sp>
          <p:nvSpPr>
            <p:cNvPr id="19631" name="Text Box 106"/>
            <p:cNvSpPr txBox="1">
              <a:spLocks noChangeArrowheads="1"/>
            </p:cNvSpPr>
            <p:nvPr/>
          </p:nvSpPr>
          <p:spPr bwMode="auto">
            <a:xfrm>
              <a:off x="1331" y="1292"/>
              <a:ext cx="23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GB" sz="1800" b="0">
                  <a:solidFill>
                    <a:schemeClr val="tx1"/>
                  </a:solidFill>
                </a:rPr>
                <a:t>+</a:t>
              </a:r>
              <a:endParaRPr lang="en-GB" sz="1800" b="0" baseline="-25000">
                <a:solidFill>
                  <a:schemeClr val="tx1"/>
                </a:solidFill>
              </a:endParaRPr>
            </a:p>
          </p:txBody>
        </p:sp>
        <p:sp>
          <p:nvSpPr>
            <p:cNvPr id="19632" name="Text Box 108"/>
            <p:cNvSpPr txBox="1">
              <a:spLocks noChangeArrowheads="1"/>
            </p:cNvSpPr>
            <p:nvPr/>
          </p:nvSpPr>
          <p:spPr bwMode="auto">
            <a:xfrm>
              <a:off x="1346" y="1555"/>
              <a:ext cx="23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GB" sz="1800" b="0">
                  <a:solidFill>
                    <a:schemeClr val="tx1"/>
                  </a:solidFill>
                </a:rPr>
                <a:t>-</a:t>
              </a:r>
              <a:endParaRPr lang="en-GB" sz="1800" b="0" baseline="-25000">
                <a:solidFill>
                  <a:schemeClr val="tx1"/>
                </a:solidFill>
              </a:endParaRPr>
            </a:p>
          </p:txBody>
        </p:sp>
        <p:sp>
          <p:nvSpPr>
            <p:cNvPr id="19633" name="Text Box 109"/>
            <p:cNvSpPr txBox="1">
              <a:spLocks noChangeArrowheads="1"/>
            </p:cNvSpPr>
            <p:nvPr/>
          </p:nvSpPr>
          <p:spPr bwMode="auto">
            <a:xfrm>
              <a:off x="2511" y="1282"/>
              <a:ext cx="23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GB" sz="1800" b="0">
                  <a:solidFill>
                    <a:schemeClr val="tx1"/>
                  </a:solidFill>
                </a:rPr>
                <a:t>+</a:t>
              </a:r>
              <a:endParaRPr lang="en-GB" sz="1800" b="0" baseline="-25000">
                <a:solidFill>
                  <a:schemeClr val="tx1"/>
                </a:solidFill>
              </a:endParaRPr>
            </a:p>
          </p:txBody>
        </p:sp>
        <p:sp>
          <p:nvSpPr>
            <p:cNvPr id="19634" name="Text Box 110"/>
            <p:cNvSpPr txBox="1">
              <a:spLocks noChangeArrowheads="1"/>
            </p:cNvSpPr>
            <p:nvPr/>
          </p:nvSpPr>
          <p:spPr bwMode="auto">
            <a:xfrm>
              <a:off x="2511" y="1548"/>
              <a:ext cx="23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GB" sz="1800" b="0">
                  <a:solidFill>
                    <a:schemeClr val="tx1"/>
                  </a:solidFill>
                </a:rPr>
                <a:t>-</a:t>
              </a:r>
              <a:endParaRPr lang="en-GB" sz="1800" b="0" baseline="-25000">
                <a:solidFill>
                  <a:schemeClr val="tx1"/>
                </a:solidFill>
              </a:endParaRPr>
            </a:p>
          </p:txBody>
        </p:sp>
        <p:sp>
          <p:nvSpPr>
            <p:cNvPr id="19635" name="Freeform 111"/>
            <p:cNvSpPr>
              <a:spLocks/>
            </p:cNvSpPr>
            <p:nvPr/>
          </p:nvSpPr>
          <p:spPr bwMode="auto">
            <a:xfrm rot="-5400000">
              <a:off x="672" y="1270"/>
              <a:ext cx="134" cy="67"/>
            </a:xfrm>
            <a:custGeom>
              <a:avLst/>
              <a:gdLst>
                <a:gd name="T0" fmla="*/ 0 w 244"/>
                <a:gd name="T1" fmla="*/ 0 h 296"/>
                <a:gd name="T2" fmla="*/ 4 w 244"/>
                <a:gd name="T3" fmla="*/ 0 h 296"/>
                <a:gd name="T4" fmla="*/ 4 w 244"/>
                <a:gd name="T5" fmla="*/ 0 h 296"/>
                <a:gd name="T6" fmla="*/ 0 60000 65536"/>
                <a:gd name="T7" fmla="*/ 0 60000 65536"/>
                <a:gd name="T8" fmla="*/ 0 60000 65536"/>
                <a:gd name="T9" fmla="*/ 0 w 244"/>
                <a:gd name="T10" fmla="*/ 0 h 296"/>
                <a:gd name="T11" fmla="*/ 244 w 244"/>
                <a:gd name="T12" fmla="*/ 296 h 29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44" h="296">
                  <a:moveTo>
                    <a:pt x="0" y="296"/>
                  </a:moveTo>
                  <a:lnTo>
                    <a:pt x="244" y="296"/>
                  </a:lnTo>
                  <a:lnTo>
                    <a:pt x="244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19636" name="Freeform 112"/>
            <p:cNvSpPr>
              <a:spLocks/>
            </p:cNvSpPr>
            <p:nvPr/>
          </p:nvSpPr>
          <p:spPr bwMode="auto">
            <a:xfrm rot="16200000" flipV="1">
              <a:off x="906" y="1260"/>
              <a:ext cx="140" cy="93"/>
            </a:xfrm>
            <a:custGeom>
              <a:avLst/>
              <a:gdLst>
                <a:gd name="T0" fmla="*/ 0 w 244"/>
                <a:gd name="T1" fmla="*/ 0 h 296"/>
                <a:gd name="T2" fmla="*/ 5 w 244"/>
                <a:gd name="T3" fmla="*/ 0 h 296"/>
                <a:gd name="T4" fmla="*/ 5 w 244"/>
                <a:gd name="T5" fmla="*/ 0 h 296"/>
                <a:gd name="T6" fmla="*/ 0 60000 65536"/>
                <a:gd name="T7" fmla="*/ 0 60000 65536"/>
                <a:gd name="T8" fmla="*/ 0 60000 65536"/>
                <a:gd name="T9" fmla="*/ 0 w 244"/>
                <a:gd name="T10" fmla="*/ 0 h 296"/>
                <a:gd name="T11" fmla="*/ 244 w 244"/>
                <a:gd name="T12" fmla="*/ 296 h 29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44" h="296">
                  <a:moveTo>
                    <a:pt x="0" y="296"/>
                  </a:moveTo>
                  <a:lnTo>
                    <a:pt x="244" y="296"/>
                  </a:lnTo>
                  <a:lnTo>
                    <a:pt x="244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19637" name="Line 113"/>
            <p:cNvSpPr>
              <a:spLocks noChangeShapeType="1"/>
            </p:cNvSpPr>
            <p:nvPr/>
          </p:nvSpPr>
          <p:spPr bwMode="auto">
            <a:xfrm rot="10800000">
              <a:off x="847" y="1235"/>
              <a:ext cx="0" cy="13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638" name="Line 114"/>
            <p:cNvSpPr>
              <a:spLocks noChangeShapeType="1"/>
            </p:cNvSpPr>
            <p:nvPr/>
          </p:nvSpPr>
          <p:spPr bwMode="auto">
            <a:xfrm rot="-5400000">
              <a:off x="932" y="1352"/>
              <a:ext cx="0" cy="5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639" name="Freeform 115"/>
            <p:cNvSpPr>
              <a:spLocks/>
            </p:cNvSpPr>
            <p:nvPr/>
          </p:nvSpPr>
          <p:spPr bwMode="auto">
            <a:xfrm rot="-5400000">
              <a:off x="770" y="1397"/>
              <a:ext cx="160" cy="214"/>
            </a:xfrm>
            <a:custGeom>
              <a:avLst/>
              <a:gdLst>
                <a:gd name="T0" fmla="*/ 1 w 372"/>
                <a:gd name="T1" fmla="*/ 0 h 456"/>
                <a:gd name="T2" fmla="*/ 1 w 372"/>
                <a:gd name="T3" fmla="*/ 2 h 456"/>
                <a:gd name="T4" fmla="*/ 0 w 372"/>
                <a:gd name="T5" fmla="*/ 2 h 456"/>
                <a:gd name="T6" fmla="*/ 0 60000 65536"/>
                <a:gd name="T7" fmla="*/ 0 60000 65536"/>
                <a:gd name="T8" fmla="*/ 0 60000 65536"/>
                <a:gd name="T9" fmla="*/ 0 w 372"/>
                <a:gd name="T10" fmla="*/ 0 h 456"/>
                <a:gd name="T11" fmla="*/ 372 w 372"/>
                <a:gd name="T12" fmla="*/ 456 h 45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72" h="456">
                  <a:moveTo>
                    <a:pt x="372" y="0"/>
                  </a:moveTo>
                  <a:lnTo>
                    <a:pt x="372" y="456"/>
                  </a:lnTo>
                  <a:lnTo>
                    <a:pt x="0" y="456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19640" name="Line 116"/>
            <p:cNvSpPr>
              <a:spLocks noChangeShapeType="1"/>
            </p:cNvSpPr>
            <p:nvPr/>
          </p:nvSpPr>
          <p:spPr bwMode="auto">
            <a:xfrm rot="5400000">
              <a:off x="911" y="1168"/>
              <a:ext cx="0" cy="13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641" name="Line 117"/>
            <p:cNvSpPr>
              <a:spLocks noChangeShapeType="1"/>
            </p:cNvSpPr>
            <p:nvPr/>
          </p:nvSpPr>
          <p:spPr bwMode="auto">
            <a:xfrm rot="-5400000">
              <a:off x="850" y="1352"/>
              <a:ext cx="0" cy="5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642" name="Line 118"/>
            <p:cNvSpPr>
              <a:spLocks noChangeShapeType="1"/>
            </p:cNvSpPr>
            <p:nvPr/>
          </p:nvSpPr>
          <p:spPr bwMode="auto">
            <a:xfrm rot="-5400000">
              <a:off x="772" y="1352"/>
              <a:ext cx="0" cy="5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643" name="Line 119"/>
            <p:cNvSpPr>
              <a:spLocks noChangeShapeType="1"/>
            </p:cNvSpPr>
            <p:nvPr/>
          </p:nvSpPr>
          <p:spPr bwMode="auto">
            <a:xfrm>
              <a:off x="1074" y="1191"/>
              <a:ext cx="21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644" name="Text Box 120"/>
            <p:cNvSpPr txBox="1">
              <a:spLocks noChangeArrowheads="1"/>
            </p:cNvSpPr>
            <p:nvPr/>
          </p:nvSpPr>
          <p:spPr bwMode="auto">
            <a:xfrm>
              <a:off x="1040" y="937"/>
              <a:ext cx="260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/>
              <a:r>
                <a:rPr lang="en-GB" sz="1800">
                  <a:solidFill>
                    <a:schemeClr val="tx1"/>
                  </a:solidFill>
                </a:rPr>
                <a:t>i</a:t>
              </a:r>
              <a:r>
                <a:rPr lang="en-GB" sz="1800" baseline="-25000">
                  <a:solidFill>
                    <a:schemeClr val="tx1"/>
                  </a:solidFill>
                </a:rPr>
                <a:t>S</a:t>
              </a:r>
            </a:p>
          </p:txBody>
        </p:sp>
        <p:sp>
          <p:nvSpPr>
            <p:cNvPr id="19645" name="Line 121"/>
            <p:cNvSpPr>
              <a:spLocks noChangeShapeType="1"/>
            </p:cNvSpPr>
            <p:nvPr/>
          </p:nvSpPr>
          <p:spPr bwMode="auto">
            <a:xfrm rot="-5400000">
              <a:off x="1230" y="1369"/>
              <a:ext cx="15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646" name="Text Box 122"/>
            <p:cNvSpPr txBox="1">
              <a:spLocks noChangeArrowheads="1"/>
            </p:cNvSpPr>
            <p:nvPr/>
          </p:nvSpPr>
          <p:spPr bwMode="auto">
            <a:xfrm>
              <a:off x="693" y="956"/>
              <a:ext cx="317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GB" sz="1800" b="0">
                  <a:solidFill>
                    <a:schemeClr val="tx1"/>
                  </a:solidFill>
                </a:rPr>
                <a:t>v</a:t>
              </a:r>
              <a:r>
                <a:rPr lang="en-GB" sz="1800" b="0" baseline="-25000">
                  <a:solidFill>
                    <a:schemeClr val="tx1"/>
                  </a:solidFill>
                </a:rPr>
                <a:t>S</a:t>
              </a:r>
            </a:p>
          </p:txBody>
        </p:sp>
        <p:sp>
          <p:nvSpPr>
            <p:cNvPr id="19647" name="Text Box 123"/>
            <p:cNvSpPr txBox="1">
              <a:spLocks noChangeArrowheads="1"/>
            </p:cNvSpPr>
            <p:nvPr/>
          </p:nvSpPr>
          <p:spPr bwMode="auto">
            <a:xfrm>
              <a:off x="601" y="1054"/>
              <a:ext cx="23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GB" sz="1800" b="0">
                  <a:solidFill>
                    <a:schemeClr val="tx1"/>
                  </a:solidFill>
                </a:rPr>
                <a:t>+</a:t>
              </a:r>
              <a:endParaRPr lang="en-GB" sz="1800" b="0" baseline="-25000">
                <a:solidFill>
                  <a:schemeClr val="tx1"/>
                </a:solidFill>
              </a:endParaRPr>
            </a:p>
          </p:txBody>
        </p:sp>
        <p:sp>
          <p:nvSpPr>
            <p:cNvPr id="19648" name="Text Box 124"/>
            <p:cNvSpPr txBox="1">
              <a:spLocks noChangeArrowheads="1"/>
            </p:cNvSpPr>
            <p:nvPr/>
          </p:nvSpPr>
          <p:spPr bwMode="auto">
            <a:xfrm>
              <a:off x="853" y="1038"/>
              <a:ext cx="23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GB" sz="1800" b="0">
                  <a:solidFill>
                    <a:schemeClr val="tx1"/>
                  </a:solidFill>
                </a:rPr>
                <a:t>-</a:t>
              </a:r>
              <a:endParaRPr lang="en-GB" sz="1800" b="0" baseline="-25000">
                <a:solidFill>
                  <a:schemeClr val="tx1"/>
                </a:solidFill>
              </a:endParaRPr>
            </a:p>
          </p:txBody>
        </p:sp>
        <p:sp>
          <p:nvSpPr>
            <p:cNvPr id="19649" name="Line 125"/>
            <p:cNvSpPr>
              <a:spLocks noChangeShapeType="1"/>
            </p:cNvSpPr>
            <p:nvPr/>
          </p:nvSpPr>
          <p:spPr bwMode="auto">
            <a:xfrm>
              <a:off x="1385" y="1193"/>
              <a:ext cx="17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324"/>
          <p:cNvGrpSpPr>
            <a:grpSpLocks/>
          </p:cNvGrpSpPr>
          <p:nvPr/>
        </p:nvGrpSpPr>
        <p:grpSpPr bwMode="auto">
          <a:xfrm>
            <a:off x="614363" y="2917825"/>
            <a:ext cx="3902075" cy="1789113"/>
            <a:chOff x="387" y="1838"/>
            <a:chExt cx="2458" cy="1127"/>
          </a:xfrm>
        </p:grpSpPr>
        <p:grpSp>
          <p:nvGrpSpPr>
            <p:cNvPr id="10" name="Group 298"/>
            <p:cNvGrpSpPr>
              <a:grpSpLocks/>
            </p:cNvGrpSpPr>
            <p:nvPr/>
          </p:nvGrpSpPr>
          <p:grpSpPr bwMode="auto">
            <a:xfrm>
              <a:off x="1162" y="1838"/>
              <a:ext cx="1683" cy="1127"/>
              <a:chOff x="1162" y="1838"/>
              <a:chExt cx="1683" cy="1127"/>
            </a:xfrm>
          </p:grpSpPr>
          <p:sp>
            <p:nvSpPr>
              <p:cNvPr id="19556" name="Text Box 155"/>
              <p:cNvSpPr txBox="1">
                <a:spLocks noChangeArrowheads="1"/>
              </p:cNvSpPr>
              <p:nvPr/>
            </p:nvSpPr>
            <p:spPr bwMode="auto">
              <a:xfrm>
                <a:off x="2293" y="1838"/>
                <a:ext cx="244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/>
                <a:r>
                  <a:rPr lang="en-GB" sz="1800" b="0">
                    <a:solidFill>
                      <a:schemeClr val="tx1"/>
                    </a:solidFill>
                  </a:rPr>
                  <a:t>i</a:t>
                </a:r>
                <a:r>
                  <a:rPr lang="en-GB" sz="1800" b="0" baseline="-25000">
                    <a:solidFill>
                      <a:schemeClr val="tx1"/>
                    </a:solidFill>
                  </a:rPr>
                  <a:t>O</a:t>
                </a:r>
              </a:p>
            </p:txBody>
          </p:sp>
          <p:sp>
            <p:nvSpPr>
              <p:cNvPr id="19557" name="Text Box 172"/>
              <p:cNvSpPr txBox="1">
                <a:spLocks noChangeArrowheads="1"/>
              </p:cNvSpPr>
              <p:nvPr/>
            </p:nvSpPr>
            <p:spPr bwMode="auto">
              <a:xfrm>
                <a:off x="1342" y="1842"/>
                <a:ext cx="242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l"/>
                <a:r>
                  <a:rPr lang="en-GB" sz="1800" b="0">
                    <a:solidFill>
                      <a:schemeClr val="tx1"/>
                    </a:solidFill>
                  </a:rPr>
                  <a:t>i</a:t>
                </a:r>
                <a:r>
                  <a:rPr lang="en-GB" sz="1800" b="0" baseline="-25000">
                    <a:solidFill>
                      <a:schemeClr val="tx1"/>
                    </a:solidFill>
                  </a:rPr>
                  <a:t>L</a:t>
                </a:r>
              </a:p>
            </p:txBody>
          </p:sp>
          <p:sp>
            <p:nvSpPr>
              <p:cNvPr id="19558" name="Line 131"/>
              <p:cNvSpPr>
                <a:spLocks noChangeShapeType="1"/>
              </p:cNvSpPr>
              <p:nvPr/>
            </p:nvSpPr>
            <p:spPr bwMode="auto">
              <a:xfrm rot="10800000">
                <a:off x="1309" y="2736"/>
                <a:ext cx="1223" cy="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559" name="Line 132"/>
              <p:cNvSpPr>
                <a:spLocks noChangeShapeType="1"/>
              </p:cNvSpPr>
              <p:nvPr/>
            </p:nvSpPr>
            <p:spPr bwMode="auto">
              <a:xfrm rot="10800000">
                <a:off x="1316" y="2124"/>
                <a:ext cx="258" cy="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560" name="Text Box 133"/>
              <p:cNvSpPr txBox="1">
                <a:spLocks noChangeArrowheads="1"/>
              </p:cNvSpPr>
              <p:nvPr/>
            </p:nvSpPr>
            <p:spPr bwMode="auto">
              <a:xfrm>
                <a:off x="2255" y="2355"/>
                <a:ext cx="273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l"/>
                <a:r>
                  <a:rPr lang="en-GB" sz="1800" b="0">
                    <a:solidFill>
                      <a:schemeClr val="tx1"/>
                    </a:solidFill>
                  </a:rPr>
                  <a:t>R</a:t>
                </a:r>
                <a:r>
                  <a:rPr lang="en-GB" sz="1800" b="0" baseline="-25000">
                    <a:solidFill>
                      <a:schemeClr val="tx1"/>
                    </a:solidFill>
                  </a:rPr>
                  <a:t>L</a:t>
                </a:r>
              </a:p>
            </p:txBody>
          </p:sp>
          <p:sp>
            <p:nvSpPr>
              <p:cNvPr id="19561" name="Text Box 134"/>
              <p:cNvSpPr txBox="1">
                <a:spLocks noChangeArrowheads="1"/>
              </p:cNvSpPr>
              <p:nvPr/>
            </p:nvSpPr>
            <p:spPr bwMode="auto">
              <a:xfrm>
                <a:off x="1361" y="2382"/>
                <a:ext cx="317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l"/>
                <a:r>
                  <a:rPr lang="en-GB" sz="1800" b="0">
                    <a:solidFill>
                      <a:schemeClr val="tx1"/>
                    </a:solidFill>
                  </a:rPr>
                  <a:t>v</a:t>
                </a:r>
                <a:r>
                  <a:rPr lang="en-GB" sz="1800" b="0" baseline="-25000">
                    <a:solidFill>
                      <a:schemeClr val="tx1"/>
                    </a:solidFill>
                  </a:rPr>
                  <a:t>g</a:t>
                </a:r>
              </a:p>
            </p:txBody>
          </p:sp>
          <p:sp>
            <p:nvSpPr>
              <p:cNvPr id="19562" name="Text Box 135"/>
              <p:cNvSpPr txBox="1">
                <a:spLocks noChangeArrowheads="1"/>
              </p:cNvSpPr>
              <p:nvPr/>
            </p:nvSpPr>
            <p:spPr bwMode="auto">
              <a:xfrm>
                <a:off x="2529" y="2293"/>
                <a:ext cx="316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/>
                <a:r>
                  <a:rPr lang="en-GB" sz="1800" b="0">
                    <a:solidFill>
                      <a:schemeClr val="tx1"/>
                    </a:solidFill>
                  </a:rPr>
                  <a:t>v</a:t>
                </a:r>
                <a:r>
                  <a:rPr lang="en-GB" sz="1800" b="0" baseline="-25000">
                    <a:solidFill>
                      <a:schemeClr val="tx1"/>
                    </a:solidFill>
                  </a:rPr>
                  <a:t>O</a:t>
                </a:r>
              </a:p>
            </p:txBody>
          </p:sp>
          <p:grpSp>
            <p:nvGrpSpPr>
              <p:cNvPr id="11" name="Group 136"/>
              <p:cNvGrpSpPr>
                <a:grpSpLocks/>
              </p:cNvGrpSpPr>
              <p:nvPr/>
            </p:nvGrpSpPr>
            <p:grpSpPr bwMode="auto">
              <a:xfrm>
                <a:off x="2483" y="2327"/>
                <a:ext cx="97" cy="170"/>
                <a:chOff x="5177" y="2146"/>
                <a:chExt cx="97" cy="170"/>
              </a:xfrm>
            </p:grpSpPr>
            <p:sp>
              <p:nvSpPr>
                <p:cNvPr id="19592" name="Line 137"/>
                <p:cNvSpPr>
                  <a:spLocks noChangeShapeType="1"/>
                </p:cNvSpPr>
                <p:nvPr/>
              </p:nvSpPr>
              <p:spPr bwMode="auto">
                <a:xfrm rot="16200000" flipH="1">
                  <a:off x="5238" y="2134"/>
                  <a:ext cx="24" cy="48"/>
                </a:xfrm>
                <a:prstGeom prst="line">
                  <a:avLst/>
                </a:prstGeom>
                <a:noFill/>
                <a:ln w="1905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93" name="Line 138"/>
                <p:cNvSpPr>
                  <a:spLocks noChangeShapeType="1"/>
                </p:cNvSpPr>
                <p:nvPr/>
              </p:nvSpPr>
              <p:spPr bwMode="auto">
                <a:xfrm rot="-5400000">
                  <a:off x="5218" y="2132"/>
                  <a:ext cx="16" cy="91"/>
                </a:xfrm>
                <a:prstGeom prst="line">
                  <a:avLst/>
                </a:prstGeom>
                <a:noFill/>
                <a:ln w="1905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94" name="Line 139"/>
                <p:cNvSpPr>
                  <a:spLocks noChangeShapeType="1"/>
                </p:cNvSpPr>
                <p:nvPr/>
              </p:nvSpPr>
              <p:spPr bwMode="auto">
                <a:xfrm rot="16200000" flipH="1">
                  <a:off x="5205" y="2160"/>
                  <a:ext cx="35" cy="91"/>
                </a:xfrm>
                <a:prstGeom prst="line">
                  <a:avLst/>
                </a:prstGeom>
                <a:noFill/>
                <a:ln w="1905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grpSp>
              <p:nvGrpSpPr>
                <p:cNvPr id="12" name="Group 140"/>
                <p:cNvGrpSpPr>
                  <a:grpSpLocks/>
                </p:cNvGrpSpPr>
                <p:nvPr/>
              </p:nvGrpSpPr>
              <p:grpSpPr bwMode="auto">
                <a:xfrm rot="-5400000">
                  <a:off x="5201" y="2220"/>
                  <a:ext cx="50" cy="93"/>
                  <a:chOff x="2250" y="1869"/>
                  <a:chExt cx="87" cy="178"/>
                </a:xfrm>
              </p:grpSpPr>
              <p:sp>
                <p:nvSpPr>
                  <p:cNvPr id="19598" name="Line 141"/>
                  <p:cNvSpPr>
                    <a:spLocks noChangeShapeType="1"/>
                  </p:cNvSpPr>
                  <p:nvPr/>
                </p:nvSpPr>
                <p:spPr bwMode="auto">
                  <a:xfrm>
                    <a:off x="2250" y="1873"/>
                    <a:ext cx="27" cy="174"/>
                  </a:xfrm>
                  <a:prstGeom prst="line">
                    <a:avLst/>
                  </a:prstGeom>
                  <a:noFill/>
                  <a:ln w="19050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9599" name="Line 142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2276" y="1869"/>
                    <a:ext cx="61" cy="175"/>
                  </a:xfrm>
                  <a:prstGeom prst="line">
                    <a:avLst/>
                  </a:prstGeom>
                  <a:noFill/>
                  <a:ln w="19050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sp>
              <p:nvSpPr>
                <p:cNvPr id="19596" name="Line 143"/>
                <p:cNvSpPr>
                  <a:spLocks noChangeShapeType="1"/>
                </p:cNvSpPr>
                <p:nvPr/>
              </p:nvSpPr>
              <p:spPr bwMode="auto">
                <a:xfrm rot="-5400000">
                  <a:off x="5215" y="2185"/>
                  <a:ext cx="16" cy="91"/>
                </a:xfrm>
                <a:prstGeom prst="line">
                  <a:avLst/>
                </a:prstGeom>
                <a:noFill/>
                <a:ln w="1905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97" name="Line 144"/>
                <p:cNvSpPr>
                  <a:spLocks noChangeShapeType="1"/>
                </p:cNvSpPr>
                <p:nvPr/>
              </p:nvSpPr>
              <p:spPr bwMode="auto">
                <a:xfrm rot="16200000" flipH="1">
                  <a:off x="5191" y="2282"/>
                  <a:ext cx="23" cy="45"/>
                </a:xfrm>
                <a:prstGeom prst="line">
                  <a:avLst/>
                </a:prstGeom>
                <a:noFill/>
                <a:ln w="1905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9564" name="Line 145"/>
              <p:cNvSpPr>
                <a:spLocks noChangeShapeType="1"/>
              </p:cNvSpPr>
              <p:nvPr/>
            </p:nvSpPr>
            <p:spPr bwMode="auto">
              <a:xfrm>
                <a:off x="2530" y="2128"/>
                <a:ext cx="0" cy="196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565" name="Line 146"/>
              <p:cNvSpPr>
                <a:spLocks noChangeShapeType="1"/>
              </p:cNvSpPr>
              <p:nvPr/>
            </p:nvSpPr>
            <p:spPr bwMode="auto">
              <a:xfrm>
                <a:off x="2531" y="2498"/>
                <a:ext cx="0" cy="24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3" name="Group 147"/>
              <p:cNvGrpSpPr>
                <a:grpSpLocks/>
              </p:cNvGrpSpPr>
              <p:nvPr/>
            </p:nvGrpSpPr>
            <p:grpSpPr bwMode="auto">
              <a:xfrm>
                <a:off x="1162" y="2399"/>
                <a:ext cx="314" cy="81"/>
                <a:chOff x="962" y="1273"/>
                <a:chExt cx="314" cy="81"/>
              </a:xfrm>
            </p:grpSpPr>
            <p:sp>
              <p:nvSpPr>
                <p:cNvPr id="19590" name="Rectangle 148"/>
                <p:cNvSpPr>
                  <a:spLocks noChangeArrowheads="1"/>
                </p:cNvSpPr>
                <p:nvPr/>
              </p:nvSpPr>
              <p:spPr bwMode="auto">
                <a:xfrm>
                  <a:off x="1053" y="1314"/>
                  <a:ext cx="132" cy="40"/>
                </a:xfrm>
                <a:prstGeom prst="rect">
                  <a:avLst/>
                </a:prstGeom>
                <a:solidFill>
                  <a:srgbClr val="FF0000"/>
                </a:solidFill>
                <a:ln w="19050">
                  <a:solidFill>
                    <a:srgbClr val="FF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  <p:sp>
              <p:nvSpPr>
                <p:cNvPr id="19591" name="Line 149"/>
                <p:cNvSpPr>
                  <a:spLocks noChangeShapeType="1"/>
                </p:cNvSpPr>
                <p:nvPr/>
              </p:nvSpPr>
              <p:spPr bwMode="auto">
                <a:xfrm rot="10800000">
                  <a:off x="962" y="1273"/>
                  <a:ext cx="314" cy="0"/>
                </a:xfrm>
                <a:prstGeom prst="line">
                  <a:avLst/>
                </a:prstGeom>
                <a:noFill/>
                <a:ln w="1905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9567" name="Line 150"/>
              <p:cNvSpPr>
                <a:spLocks noChangeShapeType="1"/>
              </p:cNvSpPr>
              <p:nvPr/>
            </p:nvSpPr>
            <p:spPr bwMode="auto">
              <a:xfrm rot="5400000">
                <a:off x="1182" y="2263"/>
                <a:ext cx="273" cy="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568" name="Line 151"/>
              <p:cNvSpPr>
                <a:spLocks noChangeShapeType="1"/>
              </p:cNvSpPr>
              <p:nvPr/>
            </p:nvSpPr>
            <p:spPr bwMode="auto">
              <a:xfrm rot="5400000">
                <a:off x="1183" y="2602"/>
                <a:ext cx="270" cy="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569" name="Freeform 154"/>
              <p:cNvSpPr>
                <a:spLocks/>
              </p:cNvSpPr>
              <p:nvPr/>
            </p:nvSpPr>
            <p:spPr bwMode="auto">
              <a:xfrm>
                <a:off x="2248" y="2069"/>
                <a:ext cx="337" cy="130"/>
              </a:xfrm>
              <a:custGeom>
                <a:avLst/>
                <a:gdLst>
                  <a:gd name="T0" fmla="*/ 0 w 153"/>
                  <a:gd name="T1" fmla="*/ 0 h 234"/>
                  <a:gd name="T2" fmla="*/ 38458 w 153"/>
                  <a:gd name="T3" fmla="*/ 0 h 234"/>
                  <a:gd name="T4" fmla="*/ 38458 w 153"/>
                  <a:gd name="T5" fmla="*/ 4 h 234"/>
                  <a:gd name="T6" fmla="*/ 0 60000 65536"/>
                  <a:gd name="T7" fmla="*/ 0 60000 65536"/>
                  <a:gd name="T8" fmla="*/ 0 60000 65536"/>
                  <a:gd name="T9" fmla="*/ 0 w 153"/>
                  <a:gd name="T10" fmla="*/ 0 h 234"/>
                  <a:gd name="T11" fmla="*/ 153 w 153"/>
                  <a:gd name="T12" fmla="*/ 234 h 23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53" h="234">
                    <a:moveTo>
                      <a:pt x="0" y="0"/>
                    </a:moveTo>
                    <a:lnTo>
                      <a:pt x="153" y="0"/>
                    </a:lnTo>
                    <a:lnTo>
                      <a:pt x="153" y="234"/>
                    </a:lnTo>
                  </a:path>
                </a:pathLst>
              </a:cu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9570" name="Line 158"/>
              <p:cNvSpPr>
                <a:spLocks noChangeShapeType="1"/>
              </p:cNvSpPr>
              <p:nvPr/>
            </p:nvSpPr>
            <p:spPr bwMode="auto">
              <a:xfrm rot="10800000" flipH="1">
                <a:off x="2054" y="2126"/>
                <a:ext cx="0" cy="257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571" name="Line 159"/>
              <p:cNvSpPr>
                <a:spLocks noChangeShapeType="1"/>
              </p:cNvSpPr>
              <p:nvPr/>
            </p:nvSpPr>
            <p:spPr bwMode="auto">
              <a:xfrm>
                <a:off x="2053" y="2430"/>
                <a:ext cx="0" cy="302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4" name="Group 160"/>
              <p:cNvGrpSpPr>
                <a:grpSpLocks/>
              </p:cNvGrpSpPr>
              <p:nvPr/>
            </p:nvGrpSpPr>
            <p:grpSpPr bwMode="auto">
              <a:xfrm>
                <a:off x="1973" y="2384"/>
                <a:ext cx="159" cy="47"/>
                <a:chOff x="1530" y="2848"/>
                <a:chExt cx="125" cy="47"/>
              </a:xfrm>
            </p:grpSpPr>
            <p:sp>
              <p:nvSpPr>
                <p:cNvPr id="19588" name="Line 161"/>
                <p:cNvSpPr>
                  <a:spLocks noChangeShapeType="1"/>
                </p:cNvSpPr>
                <p:nvPr/>
              </p:nvSpPr>
              <p:spPr bwMode="auto">
                <a:xfrm>
                  <a:off x="1530" y="2848"/>
                  <a:ext cx="125" cy="0"/>
                </a:xfrm>
                <a:prstGeom prst="line">
                  <a:avLst/>
                </a:prstGeom>
                <a:noFill/>
                <a:ln w="3810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89" name="Line 162"/>
                <p:cNvSpPr>
                  <a:spLocks noChangeShapeType="1"/>
                </p:cNvSpPr>
                <p:nvPr/>
              </p:nvSpPr>
              <p:spPr bwMode="auto">
                <a:xfrm>
                  <a:off x="1530" y="2895"/>
                  <a:ext cx="125" cy="0"/>
                </a:xfrm>
                <a:prstGeom prst="line">
                  <a:avLst/>
                </a:prstGeom>
                <a:noFill/>
                <a:ln w="3810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5" name="Group 163"/>
              <p:cNvGrpSpPr>
                <a:grpSpLocks/>
              </p:cNvGrpSpPr>
              <p:nvPr/>
            </p:nvGrpSpPr>
            <p:grpSpPr bwMode="auto">
              <a:xfrm>
                <a:off x="1581" y="2059"/>
                <a:ext cx="304" cy="119"/>
                <a:chOff x="1793" y="897"/>
                <a:chExt cx="304" cy="119"/>
              </a:xfrm>
            </p:grpSpPr>
            <p:sp>
              <p:nvSpPr>
                <p:cNvPr id="19581" name="Arc 164"/>
                <p:cNvSpPr>
                  <a:spLocks/>
                </p:cNvSpPr>
                <p:nvPr/>
              </p:nvSpPr>
              <p:spPr bwMode="auto">
                <a:xfrm rot="5400000" flipH="1">
                  <a:off x="1876" y="884"/>
                  <a:ext cx="74" cy="101"/>
                </a:xfrm>
                <a:custGeom>
                  <a:avLst/>
                  <a:gdLst>
                    <a:gd name="T0" fmla="*/ 0 w 21600"/>
                    <a:gd name="T1" fmla="*/ 0 h 43099"/>
                    <a:gd name="T2" fmla="*/ 0 w 21600"/>
                    <a:gd name="T3" fmla="*/ 0 h 43099"/>
                    <a:gd name="T4" fmla="*/ 0 w 21600"/>
                    <a:gd name="T5" fmla="*/ 0 h 43099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43099"/>
                    <a:gd name="T11" fmla="*/ 21600 w 21600"/>
                    <a:gd name="T12" fmla="*/ 43099 h 43099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43099" fill="none" extrusionOk="0">
                      <a:moveTo>
                        <a:pt x="1802" y="0"/>
                      </a:moveTo>
                      <a:cubicBezTo>
                        <a:pt x="12994" y="937"/>
                        <a:pt x="21600" y="10294"/>
                        <a:pt x="21600" y="21525"/>
                      </a:cubicBezTo>
                      <a:cubicBezTo>
                        <a:pt x="21600" y="33043"/>
                        <a:pt x="12561" y="42535"/>
                        <a:pt x="1057" y="43099"/>
                      </a:cubicBezTo>
                    </a:path>
                    <a:path w="21600" h="43099" stroke="0" extrusionOk="0">
                      <a:moveTo>
                        <a:pt x="1802" y="0"/>
                      </a:moveTo>
                      <a:cubicBezTo>
                        <a:pt x="12994" y="937"/>
                        <a:pt x="21600" y="10294"/>
                        <a:pt x="21600" y="21525"/>
                      </a:cubicBezTo>
                      <a:cubicBezTo>
                        <a:pt x="21600" y="33043"/>
                        <a:pt x="12561" y="42535"/>
                        <a:pt x="1057" y="43099"/>
                      </a:cubicBezTo>
                      <a:lnTo>
                        <a:pt x="0" y="21525"/>
                      </a:lnTo>
                      <a:close/>
                    </a:path>
                  </a:pathLst>
                </a:custGeom>
                <a:noFill/>
                <a:ln w="1905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9582" name="Arc 165"/>
                <p:cNvSpPr>
                  <a:spLocks/>
                </p:cNvSpPr>
                <p:nvPr/>
              </p:nvSpPr>
              <p:spPr bwMode="auto">
                <a:xfrm rot="5400000">
                  <a:off x="1855" y="974"/>
                  <a:ext cx="49" cy="33"/>
                </a:xfrm>
                <a:custGeom>
                  <a:avLst/>
                  <a:gdLst>
                    <a:gd name="T0" fmla="*/ 0 w 21600"/>
                    <a:gd name="T1" fmla="*/ 0 h 43174"/>
                    <a:gd name="T2" fmla="*/ 0 w 21600"/>
                    <a:gd name="T3" fmla="*/ 0 h 43174"/>
                    <a:gd name="T4" fmla="*/ 0 w 21600"/>
                    <a:gd name="T5" fmla="*/ 0 h 43174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43174"/>
                    <a:gd name="T11" fmla="*/ 21600 w 21600"/>
                    <a:gd name="T12" fmla="*/ 43174 h 43174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43174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118"/>
                        <a:pt x="12561" y="42610"/>
                        <a:pt x="1057" y="43174"/>
                      </a:cubicBezTo>
                    </a:path>
                    <a:path w="21600" h="43174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118"/>
                        <a:pt x="12561" y="42610"/>
                        <a:pt x="1057" y="43174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1905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9583" name="Arc 166"/>
                <p:cNvSpPr>
                  <a:spLocks/>
                </p:cNvSpPr>
                <p:nvPr/>
              </p:nvSpPr>
              <p:spPr bwMode="auto">
                <a:xfrm rot="5400000" flipH="1">
                  <a:off x="1801" y="889"/>
                  <a:ext cx="88" cy="103"/>
                </a:xfrm>
                <a:custGeom>
                  <a:avLst/>
                  <a:gdLst>
                    <a:gd name="T0" fmla="*/ 0 w 21600"/>
                    <a:gd name="T1" fmla="*/ 0 h 42611"/>
                    <a:gd name="T2" fmla="*/ 0 w 21600"/>
                    <a:gd name="T3" fmla="*/ 0 h 42611"/>
                    <a:gd name="T4" fmla="*/ 0 w 21600"/>
                    <a:gd name="T5" fmla="*/ 0 h 42611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42611"/>
                    <a:gd name="T11" fmla="*/ 21600 w 21600"/>
                    <a:gd name="T12" fmla="*/ 42611 h 42611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42611" fill="none" extrusionOk="0">
                      <a:moveTo>
                        <a:pt x="3562" y="-1"/>
                      </a:moveTo>
                      <a:cubicBezTo>
                        <a:pt x="13972" y="1740"/>
                        <a:pt x="21600" y="10749"/>
                        <a:pt x="21600" y="21304"/>
                      </a:cubicBezTo>
                      <a:cubicBezTo>
                        <a:pt x="21600" y="31864"/>
                        <a:pt x="13963" y="40877"/>
                        <a:pt x="3545" y="42610"/>
                      </a:cubicBezTo>
                    </a:path>
                    <a:path w="21600" h="42611" stroke="0" extrusionOk="0">
                      <a:moveTo>
                        <a:pt x="3562" y="-1"/>
                      </a:moveTo>
                      <a:cubicBezTo>
                        <a:pt x="13972" y="1740"/>
                        <a:pt x="21600" y="10749"/>
                        <a:pt x="21600" y="21304"/>
                      </a:cubicBezTo>
                      <a:cubicBezTo>
                        <a:pt x="21600" y="31864"/>
                        <a:pt x="13963" y="40877"/>
                        <a:pt x="3545" y="42610"/>
                      </a:cubicBezTo>
                      <a:lnTo>
                        <a:pt x="0" y="21304"/>
                      </a:lnTo>
                      <a:close/>
                    </a:path>
                  </a:pathLst>
                </a:custGeom>
                <a:noFill/>
                <a:ln w="1905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9584" name="Arc 167"/>
                <p:cNvSpPr>
                  <a:spLocks/>
                </p:cNvSpPr>
                <p:nvPr/>
              </p:nvSpPr>
              <p:spPr bwMode="auto">
                <a:xfrm rot="5400000">
                  <a:off x="1922" y="973"/>
                  <a:ext cx="49" cy="33"/>
                </a:xfrm>
                <a:custGeom>
                  <a:avLst/>
                  <a:gdLst>
                    <a:gd name="T0" fmla="*/ 0 w 21600"/>
                    <a:gd name="T1" fmla="*/ 0 h 43174"/>
                    <a:gd name="T2" fmla="*/ 0 w 21600"/>
                    <a:gd name="T3" fmla="*/ 0 h 43174"/>
                    <a:gd name="T4" fmla="*/ 0 w 21600"/>
                    <a:gd name="T5" fmla="*/ 0 h 43174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43174"/>
                    <a:gd name="T11" fmla="*/ 21600 w 21600"/>
                    <a:gd name="T12" fmla="*/ 43174 h 43174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43174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118"/>
                        <a:pt x="12561" y="42610"/>
                        <a:pt x="1057" y="43174"/>
                      </a:cubicBezTo>
                    </a:path>
                    <a:path w="21600" h="43174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118"/>
                        <a:pt x="12561" y="42610"/>
                        <a:pt x="1057" y="43174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1905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9585" name="Arc 168"/>
                <p:cNvSpPr>
                  <a:spLocks/>
                </p:cNvSpPr>
                <p:nvPr/>
              </p:nvSpPr>
              <p:spPr bwMode="auto">
                <a:xfrm rot="5400000" flipH="1">
                  <a:off x="1943" y="885"/>
                  <a:ext cx="74" cy="101"/>
                </a:xfrm>
                <a:custGeom>
                  <a:avLst/>
                  <a:gdLst>
                    <a:gd name="T0" fmla="*/ 0 w 21600"/>
                    <a:gd name="T1" fmla="*/ 0 h 43099"/>
                    <a:gd name="T2" fmla="*/ 0 w 21600"/>
                    <a:gd name="T3" fmla="*/ 0 h 43099"/>
                    <a:gd name="T4" fmla="*/ 0 w 21600"/>
                    <a:gd name="T5" fmla="*/ 0 h 43099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43099"/>
                    <a:gd name="T11" fmla="*/ 21600 w 21600"/>
                    <a:gd name="T12" fmla="*/ 43099 h 43099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43099" fill="none" extrusionOk="0">
                      <a:moveTo>
                        <a:pt x="1802" y="0"/>
                      </a:moveTo>
                      <a:cubicBezTo>
                        <a:pt x="12994" y="937"/>
                        <a:pt x="21600" y="10294"/>
                        <a:pt x="21600" y="21525"/>
                      </a:cubicBezTo>
                      <a:cubicBezTo>
                        <a:pt x="21600" y="33043"/>
                        <a:pt x="12561" y="42535"/>
                        <a:pt x="1057" y="43099"/>
                      </a:cubicBezTo>
                    </a:path>
                    <a:path w="21600" h="43099" stroke="0" extrusionOk="0">
                      <a:moveTo>
                        <a:pt x="1802" y="0"/>
                      </a:moveTo>
                      <a:cubicBezTo>
                        <a:pt x="12994" y="937"/>
                        <a:pt x="21600" y="10294"/>
                        <a:pt x="21600" y="21525"/>
                      </a:cubicBezTo>
                      <a:cubicBezTo>
                        <a:pt x="21600" y="33043"/>
                        <a:pt x="12561" y="42535"/>
                        <a:pt x="1057" y="43099"/>
                      </a:cubicBezTo>
                      <a:lnTo>
                        <a:pt x="0" y="21525"/>
                      </a:lnTo>
                      <a:close/>
                    </a:path>
                  </a:pathLst>
                </a:custGeom>
                <a:noFill/>
                <a:ln w="1905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9586" name="Arc 169"/>
                <p:cNvSpPr>
                  <a:spLocks/>
                </p:cNvSpPr>
                <p:nvPr/>
              </p:nvSpPr>
              <p:spPr bwMode="auto">
                <a:xfrm rot="5400000">
                  <a:off x="1989" y="975"/>
                  <a:ext cx="49" cy="33"/>
                </a:xfrm>
                <a:custGeom>
                  <a:avLst/>
                  <a:gdLst>
                    <a:gd name="T0" fmla="*/ 0 w 21600"/>
                    <a:gd name="T1" fmla="*/ 0 h 43174"/>
                    <a:gd name="T2" fmla="*/ 0 w 21600"/>
                    <a:gd name="T3" fmla="*/ 0 h 43174"/>
                    <a:gd name="T4" fmla="*/ 0 w 21600"/>
                    <a:gd name="T5" fmla="*/ 0 h 43174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43174"/>
                    <a:gd name="T11" fmla="*/ 21600 w 21600"/>
                    <a:gd name="T12" fmla="*/ 43174 h 43174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43174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118"/>
                        <a:pt x="12561" y="42610"/>
                        <a:pt x="1057" y="43174"/>
                      </a:cubicBezTo>
                    </a:path>
                    <a:path w="21600" h="43174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118"/>
                        <a:pt x="12561" y="42610"/>
                        <a:pt x="1057" y="43174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1905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9587" name="Arc 170"/>
                <p:cNvSpPr>
                  <a:spLocks/>
                </p:cNvSpPr>
                <p:nvPr/>
              </p:nvSpPr>
              <p:spPr bwMode="auto">
                <a:xfrm rot="5400000" flipH="1">
                  <a:off x="2010" y="885"/>
                  <a:ext cx="74" cy="101"/>
                </a:xfrm>
                <a:custGeom>
                  <a:avLst/>
                  <a:gdLst>
                    <a:gd name="T0" fmla="*/ 0 w 21600"/>
                    <a:gd name="T1" fmla="*/ 0 h 43099"/>
                    <a:gd name="T2" fmla="*/ 0 w 21600"/>
                    <a:gd name="T3" fmla="*/ 0 h 43099"/>
                    <a:gd name="T4" fmla="*/ 0 w 21600"/>
                    <a:gd name="T5" fmla="*/ 0 h 43099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43099"/>
                    <a:gd name="T11" fmla="*/ 21600 w 21600"/>
                    <a:gd name="T12" fmla="*/ 43099 h 43099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43099" fill="none" extrusionOk="0">
                      <a:moveTo>
                        <a:pt x="1802" y="0"/>
                      </a:moveTo>
                      <a:cubicBezTo>
                        <a:pt x="12994" y="937"/>
                        <a:pt x="21600" y="10294"/>
                        <a:pt x="21600" y="21525"/>
                      </a:cubicBezTo>
                      <a:cubicBezTo>
                        <a:pt x="21600" y="33043"/>
                        <a:pt x="12561" y="42535"/>
                        <a:pt x="1057" y="43099"/>
                      </a:cubicBezTo>
                    </a:path>
                    <a:path w="21600" h="43099" stroke="0" extrusionOk="0">
                      <a:moveTo>
                        <a:pt x="1802" y="0"/>
                      </a:moveTo>
                      <a:cubicBezTo>
                        <a:pt x="12994" y="937"/>
                        <a:pt x="21600" y="10294"/>
                        <a:pt x="21600" y="21525"/>
                      </a:cubicBezTo>
                      <a:cubicBezTo>
                        <a:pt x="21600" y="33043"/>
                        <a:pt x="12561" y="42535"/>
                        <a:pt x="1057" y="43099"/>
                      </a:cubicBezTo>
                      <a:lnTo>
                        <a:pt x="0" y="21525"/>
                      </a:lnTo>
                      <a:close/>
                    </a:path>
                  </a:pathLst>
                </a:custGeom>
                <a:noFill/>
                <a:ln w="1905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sp>
            <p:nvSpPr>
              <p:cNvPr id="19574" name="Line 171"/>
              <p:cNvSpPr>
                <a:spLocks noChangeShapeType="1"/>
              </p:cNvSpPr>
              <p:nvPr/>
            </p:nvSpPr>
            <p:spPr bwMode="auto">
              <a:xfrm rot="10800000">
                <a:off x="1882" y="2127"/>
                <a:ext cx="650" cy="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575" name="Text Box 173"/>
              <p:cNvSpPr txBox="1">
                <a:spLocks noChangeArrowheads="1"/>
              </p:cNvSpPr>
              <p:nvPr/>
            </p:nvSpPr>
            <p:spPr bwMode="auto">
              <a:xfrm>
                <a:off x="2050" y="2158"/>
                <a:ext cx="220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lang="en-GB" sz="1800" b="0">
                    <a:solidFill>
                      <a:schemeClr val="tx1"/>
                    </a:solidFill>
                  </a:rPr>
                  <a:t>C</a:t>
                </a:r>
                <a:endParaRPr lang="en-GB" sz="1800" b="0" baseline="-25000">
                  <a:solidFill>
                    <a:schemeClr val="tx1"/>
                  </a:solidFill>
                </a:endParaRPr>
              </a:p>
            </p:txBody>
          </p:sp>
          <p:sp>
            <p:nvSpPr>
              <p:cNvPr id="19576" name="Text Box 174"/>
              <p:cNvSpPr txBox="1">
                <a:spLocks noChangeArrowheads="1"/>
              </p:cNvSpPr>
              <p:nvPr/>
            </p:nvSpPr>
            <p:spPr bwMode="auto">
              <a:xfrm>
                <a:off x="1721" y="2143"/>
                <a:ext cx="196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lang="en-GB" sz="1800" b="0">
                    <a:solidFill>
                      <a:schemeClr val="tx1"/>
                    </a:solidFill>
                  </a:rPr>
                  <a:t>L</a:t>
                </a:r>
                <a:endParaRPr lang="en-GB" sz="1800" b="0" baseline="-25000">
                  <a:solidFill>
                    <a:schemeClr val="tx1"/>
                  </a:solidFill>
                </a:endParaRPr>
              </a:p>
            </p:txBody>
          </p:sp>
          <p:sp>
            <p:nvSpPr>
              <p:cNvPr id="19577" name="Text Box 182"/>
              <p:cNvSpPr txBox="1">
                <a:spLocks noChangeArrowheads="1"/>
              </p:cNvSpPr>
              <p:nvPr/>
            </p:nvSpPr>
            <p:spPr bwMode="auto">
              <a:xfrm>
                <a:off x="2507" y="2169"/>
                <a:ext cx="236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/>
                <a:r>
                  <a:rPr lang="en-GB" sz="1800" b="0">
                    <a:solidFill>
                      <a:schemeClr val="tx1"/>
                    </a:solidFill>
                  </a:rPr>
                  <a:t>+</a:t>
                </a:r>
                <a:endParaRPr lang="en-GB" sz="1800" b="0" baseline="-25000">
                  <a:solidFill>
                    <a:schemeClr val="tx1"/>
                  </a:solidFill>
                </a:endParaRPr>
              </a:p>
            </p:txBody>
          </p:sp>
          <p:sp>
            <p:nvSpPr>
              <p:cNvPr id="19578" name="Text Box 183"/>
              <p:cNvSpPr txBox="1">
                <a:spLocks noChangeArrowheads="1"/>
              </p:cNvSpPr>
              <p:nvPr/>
            </p:nvSpPr>
            <p:spPr bwMode="auto">
              <a:xfrm>
                <a:off x="2507" y="2435"/>
                <a:ext cx="236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/>
                <a:r>
                  <a:rPr lang="en-GB" sz="1800" b="0">
                    <a:solidFill>
                      <a:schemeClr val="tx1"/>
                    </a:solidFill>
                  </a:rPr>
                  <a:t>-</a:t>
                </a:r>
                <a:endParaRPr lang="en-GB" sz="1800" b="0" baseline="-25000">
                  <a:solidFill>
                    <a:schemeClr val="tx1"/>
                  </a:solidFill>
                </a:endParaRPr>
              </a:p>
            </p:txBody>
          </p:sp>
          <p:sp>
            <p:nvSpPr>
              <p:cNvPr id="19579" name="Line 198"/>
              <p:cNvSpPr>
                <a:spLocks noChangeShapeType="1"/>
              </p:cNvSpPr>
              <p:nvPr/>
            </p:nvSpPr>
            <p:spPr bwMode="auto">
              <a:xfrm>
                <a:off x="1381" y="2080"/>
                <a:ext cx="17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580" name="Text Box 247"/>
              <p:cNvSpPr txBox="1">
                <a:spLocks noChangeArrowheads="1"/>
              </p:cNvSpPr>
              <p:nvPr/>
            </p:nvSpPr>
            <p:spPr bwMode="auto">
              <a:xfrm>
                <a:off x="1605" y="2732"/>
                <a:ext cx="693" cy="233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sz="1800" dirty="0">
                    <a:solidFill>
                      <a:schemeClr val="accent3">
                        <a:lumMod val="50000"/>
                      </a:schemeClr>
                    </a:solidFill>
                  </a:rPr>
                  <a:t>During </a:t>
                </a:r>
                <a:r>
                  <a:rPr lang="en-US" sz="1800" dirty="0" err="1">
                    <a:solidFill>
                      <a:schemeClr val="accent3">
                        <a:lumMod val="50000"/>
                      </a:schemeClr>
                    </a:solidFill>
                  </a:rPr>
                  <a:t>dT</a:t>
                </a:r>
                <a:endParaRPr lang="en-US" sz="1800" dirty="0">
                  <a:solidFill>
                    <a:schemeClr val="accent3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16" name="Group 254"/>
            <p:cNvGrpSpPr>
              <a:grpSpLocks/>
            </p:cNvGrpSpPr>
            <p:nvPr/>
          </p:nvGrpSpPr>
          <p:grpSpPr bwMode="auto">
            <a:xfrm>
              <a:off x="387" y="1982"/>
              <a:ext cx="652" cy="836"/>
              <a:chOff x="3958" y="1810"/>
              <a:chExt cx="652" cy="836"/>
            </a:xfrm>
          </p:grpSpPr>
          <p:sp>
            <p:nvSpPr>
              <p:cNvPr id="19554" name="AutoShape 252"/>
              <p:cNvSpPr>
                <a:spLocks noChangeArrowheads="1"/>
              </p:cNvSpPr>
              <p:nvPr/>
            </p:nvSpPr>
            <p:spPr bwMode="auto">
              <a:xfrm flipH="1">
                <a:off x="3995" y="1810"/>
                <a:ext cx="615" cy="836"/>
              </a:xfrm>
              <a:prstGeom prst="leftArrow">
                <a:avLst>
                  <a:gd name="adj1" fmla="val 50000"/>
                  <a:gd name="adj2" fmla="val 25000"/>
                </a:avLst>
              </a:prstGeom>
              <a:solidFill>
                <a:srgbClr val="FFC000"/>
              </a:solidFill>
              <a:ln w="9525" algn="ctr">
                <a:solidFill>
                  <a:srgbClr val="7373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19555" name="Rectangle 253"/>
              <p:cNvSpPr>
                <a:spLocks noChangeArrowheads="1"/>
              </p:cNvSpPr>
              <p:nvPr/>
            </p:nvSpPr>
            <p:spPr bwMode="auto">
              <a:xfrm>
                <a:off x="3958" y="2007"/>
                <a:ext cx="650" cy="442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/>
                <a:r>
                  <a:rPr lang="en-GB" dirty="0">
                    <a:solidFill>
                      <a:srgbClr val="737300"/>
                    </a:solidFill>
                  </a:rPr>
                  <a:t>S on, D off</a:t>
                </a:r>
                <a:endParaRPr lang="en-US" dirty="0">
                  <a:solidFill>
                    <a:srgbClr val="737300"/>
                  </a:solidFill>
                </a:endParaRPr>
              </a:p>
            </p:txBody>
          </p:sp>
        </p:grpSp>
      </p:grpSp>
      <p:grpSp>
        <p:nvGrpSpPr>
          <p:cNvPr id="17" name="Group 327"/>
          <p:cNvGrpSpPr>
            <a:grpSpLocks/>
          </p:cNvGrpSpPr>
          <p:nvPr/>
        </p:nvGrpSpPr>
        <p:grpSpPr bwMode="auto">
          <a:xfrm>
            <a:off x="663575" y="4659313"/>
            <a:ext cx="3894138" cy="1851025"/>
            <a:chOff x="418" y="2935"/>
            <a:chExt cx="2453" cy="1166"/>
          </a:xfrm>
        </p:grpSpPr>
        <p:sp>
          <p:nvSpPr>
            <p:cNvPr id="19508" name="Text Box 202"/>
            <p:cNvSpPr txBox="1">
              <a:spLocks noChangeArrowheads="1"/>
            </p:cNvSpPr>
            <p:nvPr/>
          </p:nvSpPr>
          <p:spPr bwMode="auto">
            <a:xfrm>
              <a:off x="2319" y="2935"/>
              <a:ext cx="24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GB" sz="1800" b="0">
                  <a:solidFill>
                    <a:schemeClr val="tx1"/>
                  </a:solidFill>
                </a:rPr>
                <a:t>i</a:t>
              </a:r>
              <a:r>
                <a:rPr lang="en-GB" sz="1800" b="0" baseline="-25000">
                  <a:solidFill>
                    <a:schemeClr val="tx1"/>
                  </a:solidFill>
                </a:rPr>
                <a:t>O</a:t>
              </a:r>
            </a:p>
          </p:txBody>
        </p:sp>
        <p:sp>
          <p:nvSpPr>
            <p:cNvPr id="19509" name="Text Box 203"/>
            <p:cNvSpPr txBox="1">
              <a:spLocks noChangeArrowheads="1"/>
            </p:cNvSpPr>
            <p:nvPr/>
          </p:nvSpPr>
          <p:spPr bwMode="auto">
            <a:xfrm>
              <a:off x="1368" y="2939"/>
              <a:ext cx="242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/>
              <a:r>
                <a:rPr lang="en-GB" sz="1800" b="0">
                  <a:solidFill>
                    <a:schemeClr val="tx1"/>
                  </a:solidFill>
                </a:rPr>
                <a:t>i</a:t>
              </a:r>
              <a:r>
                <a:rPr lang="en-GB" sz="1800" b="0" baseline="-25000">
                  <a:solidFill>
                    <a:schemeClr val="tx1"/>
                  </a:solidFill>
                </a:rPr>
                <a:t>L</a:t>
              </a:r>
            </a:p>
          </p:txBody>
        </p:sp>
        <p:grpSp>
          <p:nvGrpSpPr>
            <p:cNvPr id="18" name="Group 325"/>
            <p:cNvGrpSpPr>
              <a:grpSpLocks/>
            </p:cNvGrpSpPr>
            <p:nvPr/>
          </p:nvGrpSpPr>
          <p:grpSpPr bwMode="auto">
            <a:xfrm>
              <a:off x="418" y="3073"/>
              <a:ext cx="2453" cy="1028"/>
              <a:chOff x="418" y="3073"/>
              <a:chExt cx="2453" cy="1028"/>
            </a:xfrm>
          </p:grpSpPr>
          <p:grpSp>
            <p:nvGrpSpPr>
              <p:cNvPr id="19" name="Group 299"/>
              <p:cNvGrpSpPr>
                <a:grpSpLocks/>
              </p:cNvGrpSpPr>
              <p:nvPr/>
            </p:nvGrpSpPr>
            <p:grpSpPr bwMode="auto">
              <a:xfrm>
                <a:off x="1342" y="3156"/>
                <a:ext cx="1529" cy="945"/>
                <a:chOff x="1342" y="3156"/>
                <a:chExt cx="1529" cy="945"/>
              </a:xfrm>
            </p:grpSpPr>
            <p:sp>
              <p:nvSpPr>
                <p:cNvPr id="19515" name="Line 205"/>
                <p:cNvSpPr>
                  <a:spLocks noChangeShapeType="1"/>
                </p:cNvSpPr>
                <p:nvPr/>
              </p:nvSpPr>
              <p:spPr bwMode="auto">
                <a:xfrm rot="10800000">
                  <a:off x="1345" y="3833"/>
                  <a:ext cx="1213" cy="0"/>
                </a:xfrm>
                <a:prstGeom prst="line">
                  <a:avLst/>
                </a:prstGeom>
                <a:noFill/>
                <a:ln w="19050">
                  <a:solidFill>
                    <a:srgbClr val="3164AB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16" name="Line 206"/>
                <p:cNvSpPr>
                  <a:spLocks noChangeShapeType="1"/>
                </p:cNvSpPr>
                <p:nvPr/>
              </p:nvSpPr>
              <p:spPr bwMode="auto">
                <a:xfrm rot="10800000">
                  <a:off x="1342" y="3221"/>
                  <a:ext cx="258" cy="0"/>
                </a:xfrm>
                <a:prstGeom prst="line">
                  <a:avLst/>
                </a:prstGeom>
                <a:noFill/>
                <a:ln w="19050">
                  <a:solidFill>
                    <a:srgbClr val="3164AB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17" name="Text Box 207"/>
                <p:cNvSpPr txBox="1">
                  <a:spLocks noChangeArrowheads="1"/>
                </p:cNvSpPr>
                <p:nvPr/>
              </p:nvSpPr>
              <p:spPr bwMode="auto">
                <a:xfrm>
                  <a:off x="2281" y="3452"/>
                  <a:ext cx="273" cy="23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algn="l"/>
                  <a:r>
                    <a:rPr lang="en-GB" sz="1800" b="0">
                      <a:solidFill>
                        <a:schemeClr val="tx1"/>
                      </a:solidFill>
                    </a:rPr>
                    <a:t>R</a:t>
                  </a:r>
                  <a:r>
                    <a:rPr lang="en-GB" sz="1800" b="0" baseline="-25000">
                      <a:solidFill>
                        <a:schemeClr val="tx1"/>
                      </a:solidFill>
                    </a:rPr>
                    <a:t>L</a:t>
                  </a:r>
                </a:p>
              </p:txBody>
            </p:sp>
            <p:sp>
              <p:nvSpPr>
                <p:cNvPr id="19518" name="Text Box 209"/>
                <p:cNvSpPr txBox="1">
                  <a:spLocks noChangeArrowheads="1"/>
                </p:cNvSpPr>
                <p:nvPr/>
              </p:nvSpPr>
              <p:spPr bwMode="auto">
                <a:xfrm>
                  <a:off x="2555" y="3390"/>
                  <a:ext cx="316" cy="23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algn="ctr"/>
                  <a:r>
                    <a:rPr lang="en-GB" sz="1800" b="0">
                      <a:solidFill>
                        <a:schemeClr val="tx1"/>
                      </a:solidFill>
                    </a:rPr>
                    <a:t>v</a:t>
                  </a:r>
                  <a:r>
                    <a:rPr lang="en-GB" sz="1800" b="0" baseline="-25000">
                      <a:solidFill>
                        <a:schemeClr val="tx1"/>
                      </a:solidFill>
                    </a:rPr>
                    <a:t>O</a:t>
                  </a:r>
                </a:p>
              </p:txBody>
            </p:sp>
            <p:grpSp>
              <p:nvGrpSpPr>
                <p:cNvPr id="20" name="Group 210"/>
                <p:cNvGrpSpPr>
                  <a:grpSpLocks/>
                </p:cNvGrpSpPr>
                <p:nvPr/>
              </p:nvGrpSpPr>
              <p:grpSpPr bwMode="auto">
                <a:xfrm>
                  <a:off x="2509" y="3424"/>
                  <a:ext cx="97" cy="170"/>
                  <a:chOff x="5177" y="2146"/>
                  <a:chExt cx="97" cy="170"/>
                </a:xfrm>
              </p:grpSpPr>
              <p:sp>
                <p:nvSpPr>
                  <p:cNvPr id="19544" name="Line 211"/>
                  <p:cNvSpPr>
                    <a:spLocks noChangeShapeType="1"/>
                  </p:cNvSpPr>
                  <p:nvPr/>
                </p:nvSpPr>
                <p:spPr bwMode="auto">
                  <a:xfrm rot="16200000" flipH="1">
                    <a:off x="5238" y="2134"/>
                    <a:ext cx="24" cy="48"/>
                  </a:xfrm>
                  <a:prstGeom prst="line">
                    <a:avLst/>
                  </a:prstGeom>
                  <a:noFill/>
                  <a:ln w="19050">
                    <a:solidFill>
                      <a:srgbClr val="3164AB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9545" name="Line 212"/>
                  <p:cNvSpPr>
                    <a:spLocks noChangeShapeType="1"/>
                  </p:cNvSpPr>
                  <p:nvPr/>
                </p:nvSpPr>
                <p:spPr bwMode="auto">
                  <a:xfrm rot="-5400000">
                    <a:off x="5218" y="2132"/>
                    <a:ext cx="16" cy="91"/>
                  </a:xfrm>
                  <a:prstGeom prst="line">
                    <a:avLst/>
                  </a:prstGeom>
                  <a:noFill/>
                  <a:ln w="19050">
                    <a:solidFill>
                      <a:srgbClr val="3164AB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9546" name="Line 213"/>
                  <p:cNvSpPr>
                    <a:spLocks noChangeShapeType="1"/>
                  </p:cNvSpPr>
                  <p:nvPr/>
                </p:nvSpPr>
                <p:spPr bwMode="auto">
                  <a:xfrm rot="16200000" flipH="1">
                    <a:off x="5205" y="2160"/>
                    <a:ext cx="35" cy="91"/>
                  </a:xfrm>
                  <a:prstGeom prst="line">
                    <a:avLst/>
                  </a:prstGeom>
                  <a:noFill/>
                  <a:ln w="19050">
                    <a:solidFill>
                      <a:srgbClr val="3164AB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grpSp>
                <p:nvGrpSpPr>
                  <p:cNvPr id="21" name="Group 214"/>
                  <p:cNvGrpSpPr>
                    <a:grpSpLocks/>
                  </p:cNvGrpSpPr>
                  <p:nvPr/>
                </p:nvGrpSpPr>
                <p:grpSpPr bwMode="auto">
                  <a:xfrm rot="-5400000">
                    <a:off x="5201" y="2220"/>
                    <a:ext cx="50" cy="93"/>
                    <a:chOff x="2250" y="1869"/>
                    <a:chExt cx="87" cy="178"/>
                  </a:xfrm>
                </p:grpSpPr>
                <p:sp>
                  <p:nvSpPr>
                    <p:cNvPr id="19550" name="Line 215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250" y="1873"/>
                      <a:ext cx="27" cy="17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3164AB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9551" name="Line 216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2276" y="1869"/>
                      <a:ext cx="61" cy="175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3164AB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</p:grpSp>
              <p:sp>
                <p:nvSpPr>
                  <p:cNvPr id="19548" name="Line 217"/>
                  <p:cNvSpPr>
                    <a:spLocks noChangeShapeType="1"/>
                  </p:cNvSpPr>
                  <p:nvPr/>
                </p:nvSpPr>
                <p:spPr bwMode="auto">
                  <a:xfrm rot="-5400000">
                    <a:off x="5215" y="2185"/>
                    <a:ext cx="16" cy="91"/>
                  </a:xfrm>
                  <a:prstGeom prst="line">
                    <a:avLst/>
                  </a:prstGeom>
                  <a:noFill/>
                  <a:ln w="19050">
                    <a:solidFill>
                      <a:srgbClr val="3164AB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9549" name="Line 218"/>
                  <p:cNvSpPr>
                    <a:spLocks noChangeShapeType="1"/>
                  </p:cNvSpPr>
                  <p:nvPr/>
                </p:nvSpPr>
                <p:spPr bwMode="auto">
                  <a:xfrm rot="16200000" flipH="1">
                    <a:off x="5191" y="2282"/>
                    <a:ext cx="23" cy="45"/>
                  </a:xfrm>
                  <a:prstGeom prst="line">
                    <a:avLst/>
                  </a:prstGeom>
                  <a:noFill/>
                  <a:ln w="19050">
                    <a:solidFill>
                      <a:srgbClr val="3164AB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sp>
              <p:nvSpPr>
                <p:cNvPr id="19520" name="Line 219"/>
                <p:cNvSpPr>
                  <a:spLocks noChangeShapeType="1"/>
                </p:cNvSpPr>
                <p:nvPr/>
              </p:nvSpPr>
              <p:spPr bwMode="auto">
                <a:xfrm>
                  <a:off x="2556" y="3225"/>
                  <a:ext cx="0" cy="196"/>
                </a:xfrm>
                <a:prstGeom prst="line">
                  <a:avLst/>
                </a:prstGeom>
                <a:noFill/>
                <a:ln w="19050">
                  <a:solidFill>
                    <a:srgbClr val="3164AB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21" name="Line 220"/>
                <p:cNvSpPr>
                  <a:spLocks noChangeShapeType="1"/>
                </p:cNvSpPr>
                <p:nvPr/>
              </p:nvSpPr>
              <p:spPr bwMode="auto">
                <a:xfrm>
                  <a:off x="2557" y="3595"/>
                  <a:ext cx="0" cy="240"/>
                </a:xfrm>
                <a:prstGeom prst="line">
                  <a:avLst/>
                </a:prstGeom>
                <a:noFill/>
                <a:ln w="19050">
                  <a:solidFill>
                    <a:srgbClr val="3164AB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22" name="Line 224"/>
                <p:cNvSpPr>
                  <a:spLocks noChangeShapeType="1"/>
                </p:cNvSpPr>
                <p:nvPr/>
              </p:nvSpPr>
              <p:spPr bwMode="auto">
                <a:xfrm rot="5400000">
                  <a:off x="1040" y="3528"/>
                  <a:ext cx="609" cy="0"/>
                </a:xfrm>
                <a:prstGeom prst="line">
                  <a:avLst/>
                </a:prstGeom>
                <a:noFill/>
                <a:ln w="19050">
                  <a:solidFill>
                    <a:srgbClr val="3164AB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23" name="Freeform 226"/>
                <p:cNvSpPr>
                  <a:spLocks/>
                </p:cNvSpPr>
                <p:nvPr/>
              </p:nvSpPr>
              <p:spPr bwMode="auto">
                <a:xfrm>
                  <a:off x="2274" y="3166"/>
                  <a:ext cx="337" cy="130"/>
                </a:xfrm>
                <a:custGeom>
                  <a:avLst/>
                  <a:gdLst>
                    <a:gd name="T0" fmla="*/ 0 w 153"/>
                    <a:gd name="T1" fmla="*/ 0 h 234"/>
                    <a:gd name="T2" fmla="*/ 38458 w 153"/>
                    <a:gd name="T3" fmla="*/ 0 h 234"/>
                    <a:gd name="T4" fmla="*/ 38458 w 153"/>
                    <a:gd name="T5" fmla="*/ 4 h 234"/>
                    <a:gd name="T6" fmla="*/ 0 60000 65536"/>
                    <a:gd name="T7" fmla="*/ 0 60000 65536"/>
                    <a:gd name="T8" fmla="*/ 0 60000 65536"/>
                    <a:gd name="T9" fmla="*/ 0 w 153"/>
                    <a:gd name="T10" fmla="*/ 0 h 234"/>
                    <a:gd name="T11" fmla="*/ 153 w 153"/>
                    <a:gd name="T12" fmla="*/ 234 h 234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53" h="234">
                      <a:moveTo>
                        <a:pt x="0" y="0"/>
                      </a:moveTo>
                      <a:lnTo>
                        <a:pt x="153" y="0"/>
                      </a:lnTo>
                      <a:lnTo>
                        <a:pt x="153" y="234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19524" name="Line 227"/>
                <p:cNvSpPr>
                  <a:spLocks noChangeShapeType="1"/>
                </p:cNvSpPr>
                <p:nvPr/>
              </p:nvSpPr>
              <p:spPr bwMode="auto">
                <a:xfrm rot="10800000" flipH="1">
                  <a:off x="2080" y="3223"/>
                  <a:ext cx="0" cy="257"/>
                </a:xfrm>
                <a:prstGeom prst="line">
                  <a:avLst/>
                </a:prstGeom>
                <a:noFill/>
                <a:ln w="19050">
                  <a:solidFill>
                    <a:srgbClr val="3164AB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25" name="Line 228"/>
                <p:cNvSpPr>
                  <a:spLocks noChangeShapeType="1"/>
                </p:cNvSpPr>
                <p:nvPr/>
              </p:nvSpPr>
              <p:spPr bwMode="auto">
                <a:xfrm>
                  <a:off x="2079" y="3527"/>
                  <a:ext cx="0" cy="302"/>
                </a:xfrm>
                <a:prstGeom prst="line">
                  <a:avLst/>
                </a:prstGeom>
                <a:noFill/>
                <a:ln w="19050">
                  <a:solidFill>
                    <a:srgbClr val="3164AB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grpSp>
              <p:nvGrpSpPr>
                <p:cNvPr id="22" name="Group 229"/>
                <p:cNvGrpSpPr>
                  <a:grpSpLocks/>
                </p:cNvGrpSpPr>
                <p:nvPr/>
              </p:nvGrpSpPr>
              <p:grpSpPr bwMode="auto">
                <a:xfrm>
                  <a:off x="1999" y="3481"/>
                  <a:ext cx="159" cy="47"/>
                  <a:chOff x="1530" y="2848"/>
                  <a:chExt cx="125" cy="47"/>
                </a:xfrm>
              </p:grpSpPr>
              <p:sp>
                <p:nvSpPr>
                  <p:cNvPr id="19542" name="Line 230"/>
                  <p:cNvSpPr>
                    <a:spLocks noChangeShapeType="1"/>
                  </p:cNvSpPr>
                  <p:nvPr/>
                </p:nvSpPr>
                <p:spPr bwMode="auto">
                  <a:xfrm>
                    <a:off x="1530" y="2848"/>
                    <a:ext cx="125" cy="0"/>
                  </a:xfrm>
                  <a:prstGeom prst="line">
                    <a:avLst/>
                  </a:prstGeom>
                  <a:noFill/>
                  <a:ln w="38100">
                    <a:solidFill>
                      <a:srgbClr val="3164AB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9543" name="Line 231"/>
                  <p:cNvSpPr>
                    <a:spLocks noChangeShapeType="1"/>
                  </p:cNvSpPr>
                  <p:nvPr/>
                </p:nvSpPr>
                <p:spPr bwMode="auto">
                  <a:xfrm>
                    <a:off x="1530" y="2895"/>
                    <a:ext cx="125" cy="0"/>
                  </a:xfrm>
                  <a:prstGeom prst="line">
                    <a:avLst/>
                  </a:prstGeom>
                  <a:noFill/>
                  <a:ln w="38100">
                    <a:solidFill>
                      <a:srgbClr val="3164AB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23" name="Group 232"/>
                <p:cNvGrpSpPr>
                  <a:grpSpLocks/>
                </p:cNvGrpSpPr>
                <p:nvPr/>
              </p:nvGrpSpPr>
              <p:grpSpPr bwMode="auto">
                <a:xfrm>
                  <a:off x="1607" y="3156"/>
                  <a:ext cx="304" cy="119"/>
                  <a:chOff x="1793" y="897"/>
                  <a:chExt cx="304" cy="119"/>
                </a:xfrm>
              </p:grpSpPr>
              <p:sp>
                <p:nvSpPr>
                  <p:cNvPr id="19535" name="Arc 233"/>
                  <p:cNvSpPr>
                    <a:spLocks/>
                  </p:cNvSpPr>
                  <p:nvPr/>
                </p:nvSpPr>
                <p:spPr bwMode="auto">
                  <a:xfrm rot="5400000" flipH="1">
                    <a:off x="1876" y="884"/>
                    <a:ext cx="74" cy="101"/>
                  </a:xfrm>
                  <a:custGeom>
                    <a:avLst/>
                    <a:gdLst>
                      <a:gd name="T0" fmla="*/ 0 w 21600"/>
                      <a:gd name="T1" fmla="*/ 0 h 43099"/>
                      <a:gd name="T2" fmla="*/ 0 w 21600"/>
                      <a:gd name="T3" fmla="*/ 0 h 43099"/>
                      <a:gd name="T4" fmla="*/ 0 w 21600"/>
                      <a:gd name="T5" fmla="*/ 0 h 43099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43099"/>
                      <a:gd name="T11" fmla="*/ 21600 w 21600"/>
                      <a:gd name="T12" fmla="*/ 43099 h 43099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43099" fill="none" extrusionOk="0">
                        <a:moveTo>
                          <a:pt x="1802" y="0"/>
                        </a:moveTo>
                        <a:cubicBezTo>
                          <a:pt x="12994" y="937"/>
                          <a:pt x="21600" y="10294"/>
                          <a:pt x="21600" y="21525"/>
                        </a:cubicBezTo>
                        <a:cubicBezTo>
                          <a:pt x="21600" y="33043"/>
                          <a:pt x="12561" y="42535"/>
                          <a:pt x="1057" y="43099"/>
                        </a:cubicBezTo>
                      </a:path>
                      <a:path w="21600" h="43099" stroke="0" extrusionOk="0">
                        <a:moveTo>
                          <a:pt x="1802" y="0"/>
                        </a:moveTo>
                        <a:cubicBezTo>
                          <a:pt x="12994" y="937"/>
                          <a:pt x="21600" y="10294"/>
                          <a:pt x="21600" y="21525"/>
                        </a:cubicBezTo>
                        <a:cubicBezTo>
                          <a:pt x="21600" y="33043"/>
                          <a:pt x="12561" y="42535"/>
                          <a:pt x="1057" y="43099"/>
                        </a:cubicBezTo>
                        <a:lnTo>
                          <a:pt x="0" y="21525"/>
                        </a:lnTo>
                        <a:close/>
                      </a:path>
                    </a:pathLst>
                  </a:custGeom>
                  <a:noFill/>
                  <a:ln w="19050">
                    <a:solidFill>
                      <a:srgbClr val="3164AB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s-ES"/>
                  </a:p>
                </p:txBody>
              </p:sp>
              <p:sp>
                <p:nvSpPr>
                  <p:cNvPr id="19536" name="Arc 234"/>
                  <p:cNvSpPr>
                    <a:spLocks/>
                  </p:cNvSpPr>
                  <p:nvPr/>
                </p:nvSpPr>
                <p:spPr bwMode="auto">
                  <a:xfrm rot="5400000">
                    <a:off x="1855" y="974"/>
                    <a:ext cx="49" cy="33"/>
                  </a:xfrm>
                  <a:custGeom>
                    <a:avLst/>
                    <a:gdLst>
                      <a:gd name="T0" fmla="*/ 0 w 21600"/>
                      <a:gd name="T1" fmla="*/ 0 h 43174"/>
                      <a:gd name="T2" fmla="*/ 0 w 21600"/>
                      <a:gd name="T3" fmla="*/ 0 h 43174"/>
                      <a:gd name="T4" fmla="*/ 0 w 21600"/>
                      <a:gd name="T5" fmla="*/ 0 h 43174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43174"/>
                      <a:gd name="T11" fmla="*/ 21600 w 21600"/>
                      <a:gd name="T12" fmla="*/ 43174 h 43174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43174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cubicBezTo>
                          <a:pt x="21600" y="33118"/>
                          <a:pt x="12561" y="42610"/>
                          <a:pt x="1057" y="43174"/>
                        </a:cubicBezTo>
                      </a:path>
                      <a:path w="21600" h="43174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cubicBezTo>
                          <a:pt x="21600" y="33118"/>
                          <a:pt x="12561" y="42610"/>
                          <a:pt x="1057" y="43174"/>
                        </a:cubicBezTo>
                        <a:lnTo>
                          <a:pt x="0" y="21600"/>
                        </a:lnTo>
                        <a:close/>
                      </a:path>
                    </a:pathLst>
                  </a:custGeom>
                  <a:noFill/>
                  <a:ln w="19050">
                    <a:solidFill>
                      <a:srgbClr val="3164AB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s-ES"/>
                  </a:p>
                </p:txBody>
              </p:sp>
              <p:sp>
                <p:nvSpPr>
                  <p:cNvPr id="19537" name="Arc 235"/>
                  <p:cNvSpPr>
                    <a:spLocks/>
                  </p:cNvSpPr>
                  <p:nvPr/>
                </p:nvSpPr>
                <p:spPr bwMode="auto">
                  <a:xfrm rot="5400000" flipH="1">
                    <a:off x="1801" y="889"/>
                    <a:ext cx="88" cy="103"/>
                  </a:xfrm>
                  <a:custGeom>
                    <a:avLst/>
                    <a:gdLst>
                      <a:gd name="T0" fmla="*/ 0 w 21600"/>
                      <a:gd name="T1" fmla="*/ 0 h 42611"/>
                      <a:gd name="T2" fmla="*/ 0 w 21600"/>
                      <a:gd name="T3" fmla="*/ 0 h 42611"/>
                      <a:gd name="T4" fmla="*/ 0 w 21600"/>
                      <a:gd name="T5" fmla="*/ 0 h 42611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42611"/>
                      <a:gd name="T11" fmla="*/ 21600 w 21600"/>
                      <a:gd name="T12" fmla="*/ 42611 h 42611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42611" fill="none" extrusionOk="0">
                        <a:moveTo>
                          <a:pt x="3562" y="-1"/>
                        </a:moveTo>
                        <a:cubicBezTo>
                          <a:pt x="13972" y="1740"/>
                          <a:pt x="21600" y="10749"/>
                          <a:pt x="21600" y="21304"/>
                        </a:cubicBezTo>
                        <a:cubicBezTo>
                          <a:pt x="21600" y="31864"/>
                          <a:pt x="13963" y="40877"/>
                          <a:pt x="3545" y="42610"/>
                        </a:cubicBezTo>
                      </a:path>
                      <a:path w="21600" h="42611" stroke="0" extrusionOk="0">
                        <a:moveTo>
                          <a:pt x="3562" y="-1"/>
                        </a:moveTo>
                        <a:cubicBezTo>
                          <a:pt x="13972" y="1740"/>
                          <a:pt x="21600" y="10749"/>
                          <a:pt x="21600" y="21304"/>
                        </a:cubicBezTo>
                        <a:cubicBezTo>
                          <a:pt x="21600" y="31864"/>
                          <a:pt x="13963" y="40877"/>
                          <a:pt x="3545" y="42610"/>
                        </a:cubicBezTo>
                        <a:lnTo>
                          <a:pt x="0" y="21304"/>
                        </a:lnTo>
                        <a:close/>
                      </a:path>
                    </a:pathLst>
                  </a:custGeom>
                  <a:noFill/>
                  <a:ln w="19050">
                    <a:solidFill>
                      <a:srgbClr val="3164AB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s-ES"/>
                  </a:p>
                </p:txBody>
              </p:sp>
              <p:sp>
                <p:nvSpPr>
                  <p:cNvPr id="19538" name="Arc 236"/>
                  <p:cNvSpPr>
                    <a:spLocks/>
                  </p:cNvSpPr>
                  <p:nvPr/>
                </p:nvSpPr>
                <p:spPr bwMode="auto">
                  <a:xfrm rot="5400000">
                    <a:off x="1922" y="973"/>
                    <a:ext cx="49" cy="33"/>
                  </a:xfrm>
                  <a:custGeom>
                    <a:avLst/>
                    <a:gdLst>
                      <a:gd name="T0" fmla="*/ 0 w 21600"/>
                      <a:gd name="T1" fmla="*/ 0 h 43174"/>
                      <a:gd name="T2" fmla="*/ 0 w 21600"/>
                      <a:gd name="T3" fmla="*/ 0 h 43174"/>
                      <a:gd name="T4" fmla="*/ 0 w 21600"/>
                      <a:gd name="T5" fmla="*/ 0 h 43174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43174"/>
                      <a:gd name="T11" fmla="*/ 21600 w 21600"/>
                      <a:gd name="T12" fmla="*/ 43174 h 43174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43174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cubicBezTo>
                          <a:pt x="21600" y="33118"/>
                          <a:pt x="12561" y="42610"/>
                          <a:pt x="1057" y="43174"/>
                        </a:cubicBezTo>
                      </a:path>
                      <a:path w="21600" h="43174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cubicBezTo>
                          <a:pt x="21600" y="33118"/>
                          <a:pt x="12561" y="42610"/>
                          <a:pt x="1057" y="43174"/>
                        </a:cubicBezTo>
                        <a:lnTo>
                          <a:pt x="0" y="21600"/>
                        </a:lnTo>
                        <a:close/>
                      </a:path>
                    </a:pathLst>
                  </a:custGeom>
                  <a:noFill/>
                  <a:ln w="19050">
                    <a:solidFill>
                      <a:srgbClr val="3164AB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s-ES"/>
                  </a:p>
                </p:txBody>
              </p:sp>
              <p:sp>
                <p:nvSpPr>
                  <p:cNvPr id="19539" name="Arc 237"/>
                  <p:cNvSpPr>
                    <a:spLocks/>
                  </p:cNvSpPr>
                  <p:nvPr/>
                </p:nvSpPr>
                <p:spPr bwMode="auto">
                  <a:xfrm rot="5400000" flipH="1">
                    <a:off x="1943" y="885"/>
                    <a:ext cx="74" cy="101"/>
                  </a:xfrm>
                  <a:custGeom>
                    <a:avLst/>
                    <a:gdLst>
                      <a:gd name="T0" fmla="*/ 0 w 21600"/>
                      <a:gd name="T1" fmla="*/ 0 h 43099"/>
                      <a:gd name="T2" fmla="*/ 0 w 21600"/>
                      <a:gd name="T3" fmla="*/ 0 h 43099"/>
                      <a:gd name="T4" fmla="*/ 0 w 21600"/>
                      <a:gd name="T5" fmla="*/ 0 h 43099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43099"/>
                      <a:gd name="T11" fmla="*/ 21600 w 21600"/>
                      <a:gd name="T12" fmla="*/ 43099 h 43099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43099" fill="none" extrusionOk="0">
                        <a:moveTo>
                          <a:pt x="1802" y="0"/>
                        </a:moveTo>
                        <a:cubicBezTo>
                          <a:pt x="12994" y="937"/>
                          <a:pt x="21600" y="10294"/>
                          <a:pt x="21600" y="21525"/>
                        </a:cubicBezTo>
                        <a:cubicBezTo>
                          <a:pt x="21600" y="33043"/>
                          <a:pt x="12561" y="42535"/>
                          <a:pt x="1057" y="43099"/>
                        </a:cubicBezTo>
                      </a:path>
                      <a:path w="21600" h="43099" stroke="0" extrusionOk="0">
                        <a:moveTo>
                          <a:pt x="1802" y="0"/>
                        </a:moveTo>
                        <a:cubicBezTo>
                          <a:pt x="12994" y="937"/>
                          <a:pt x="21600" y="10294"/>
                          <a:pt x="21600" y="21525"/>
                        </a:cubicBezTo>
                        <a:cubicBezTo>
                          <a:pt x="21600" y="33043"/>
                          <a:pt x="12561" y="42535"/>
                          <a:pt x="1057" y="43099"/>
                        </a:cubicBezTo>
                        <a:lnTo>
                          <a:pt x="0" y="21525"/>
                        </a:lnTo>
                        <a:close/>
                      </a:path>
                    </a:pathLst>
                  </a:custGeom>
                  <a:noFill/>
                  <a:ln w="19050">
                    <a:solidFill>
                      <a:srgbClr val="3164AB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s-ES"/>
                  </a:p>
                </p:txBody>
              </p:sp>
              <p:sp>
                <p:nvSpPr>
                  <p:cNvPr id="19540" name="Arc 238"/>
                  <p:cNvSpPr>
                    <a:spLocks/>
                  </p:cNvSpPr>
                  <p:nvPr/>
                </p:nvSpPr>
                <p:spPr bwMode="auto">
                  <a:xfrm rot="5400000">
                    <a:off x="1989" y="975"/>
                    <a:ext cx="49" cy="33"/>
                  </a:xfrm>
                  <a:custGeom>
                    <a:avLst/>
                    <a:gdLst>
                      <a:gd name="T0" fmla="*/ 0 w 21600"/>
                      <a:gd name="T1" fmla="*/ 0 h 43174"/>
                      <a:gd name="T2" fmla="*/ 0 w 21600"/>
                      <a:gd name="T3" fmla="*/ 0 h 43174"/>
                      <a:gd name="T4" fmla="*/ 0 w 21600"/>
                      <a:gd name="T5" fmla="*/ 0 h 43174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43174"/>
                      <a:gd name="T11" fmla="*/ 21600 w 21600"/>
                      <a:gd name="T12" fmla="*/ 43174 h 43174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43174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cubicBezTo>
                          <a:pt x="21600" y="33118"/>
                          <a:pt x="12561" y="42610"/>
                          <a:pt x="1057" y="43174"/>
                        </a:cubicBezTo>
                      </a:path>
                      <a:path w="21600" h="43174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cubicBezTo>
                          <a:pt x="21600" y="33118"/>
                          <a:pt x="12561" y="42610"/>
                          <a:pt x="1057" y="43174"/>
                        </a:cubicBezTo>
                        <a:lnTo>
                          <a:pt x="0" y="21600"/>
                        </a:lnTo>
                        <a:close/>
                      </a:path>
                    </a:pathLst>
                  </a:custGeom>
                  <a:noFill/>
                  <a:ln w="19050">
                    <a:solidFill>
                      <a:srgbClr val="3164AB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s-ES"/>
                  </a:p>
                </p:txBody>
              </p:sp>
              <p:sp>
                <p:nvSpPr>
                  <p:cNvPr id="19541" name="Arc 239"/>
                  <p:cNvSpPr>
                    <a:spLocks/>
                  </p:cNvSpPr>
                  <p:nvPr/>
                </p:nvSpPr>
                <p:spPr bwMode="auto">
                  <a:xfrm rot="5400000" flipH="1">
                    <a:off x="2010" y="885"/>
                    <a:ext cx="74" cy="101"/>
                  </a:xfrm>
                  <a:custGeom>
                    <a:avLst/>
                    <a:gdLst>
                      <a:gd name="T0" fmla="*/ 0 w 21600"/>
                      <a:gd name="T1" fmla="*/ 0 h 43099"/>
                      <a:gd name="T2" fmla="*/ 0 w 21600"/>
                      <a:gd name="T3" fmla="*/ 0 h 43099"/>
                      <a:gd name="T4" fmla="*/ 0 w 21600"/>
                      <a:gd name="T5" fmla="*/ 0 h 43099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43099"/>
                      <a:gd name="T11" fmla="*/ 21600 w 21600"/>
                      <a:gd name="T12" fmla="*/ 43099 h 43099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43099" fill="none" extrusionOk="0">
                        <a:moveTo>
                          <a:pt x="1802" y="0"/>
                        </a:moveTo>
                        <a:cubicBezTo>
                          <a:pt x="12994" y="937"/>
                          <a:pt x="21600" y="10294"/>
                          <a:pt x="21600" y="21525"/>
                        </a:cubicBezTo>
                        <a:cubicBezTo>
                          <a:pt x="21600" y="33043"/>
                          <a:pt x="12561" y="42535"/>
                          <a:pt x="1057" y="43099"/>
                        </a:cubicBezTo>
                      </a:path>
                      <a:path w="21600" h="43099" stroke="0" extrusionOk="0">
                        <a:moveTo>
                          <a:pt x="1802" y="0"/>
                        </a:moveTo>
                        <a:cubicBezTo>
                          <a:pt x="12994" y="937"/>
                          <a:pt x="21600" y="10294"/>
                          <a:pt x="21600" y="21525"/>
                        </a:cubicBezTo>
                        <a:cubicBezTo>
                          <a:pt x="21600" y="33043"/>
                          <a:pt x="12561" y="42535"/>
                          <a:pt x="1057" y="43099"/>
                        </a:cubicBezTo>
                        <a:lnTo>
                          <a:pt x="0" y="21525"/>
                        </a:lnTo>
                        <a:close/>
                      </a:path>
                    </a:pathLst>
                  </a:custGeom>
                  <a:noFill/>
                  <a:ln w="19050">
                    <a:solidFill>
                      <a:srgbClr val="3164AB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s-ES"/>
                  </a:p>
                </p:txBody>
              </p:sp>
            </p:grpSp>
            <p:sp>
              <p:nvSpPr>
                <p:cNvPr id="19528" name="Line 240"/>
                <p:cNvSpPr>
                  <a:spLocks noChangeShapeType="1"/>
                </p:cNvSpPr>
                <p:nvPr/>
              </p:nvSpPr>
              <p:spPr bwMode="auto">
                <a:xfrm rot="10800000">
                  <a:off x="1908" y="3224"/>
                  <a:ext cx="650" cy="0"/>
                </a:xfrm>
                <a:prstGeom prst="line">
                  <a:avLst/>
                </a:prstGeom>
                <a:noFill/>
                <a:ln w="19050">
                  <a:solidFill>
                    <a:srgbClr val="3164AB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29" name="Text Box 241"/>
                <p:cNvSpPr txBox="1">
                  <a:spLocks noChangeArrowheads="1"/>
                </p:cNvSpPr>
                <p:nvPr/>
              </p:nvSpPr>
              <p:spPr bwMode="auto">
                <a:xfrm>
                  <a:off x="2085" y="3255"/>
                  <a:ext cx="220" cy="23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lang="en-GB" sz="1800" b="0">
                      <a:solidFill>
                        <a:schemeClr val="tx1"/>
                      </a:solidFill>
                    </a:rPr>
                    <a:t>C</a:t>
                  </a:r>
                  <a:endParaRPr lang="en-GB" sz="1800" b="0" baseline="-250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9530" name="Text Box 242"/>
                <p:cNvSpPr txBox="1">
                  <a:spLocks noChangeArrowheads="1"/>
                </p:cNvSpPr>
                <p:nvPr/>
              </p:nvSpPr>
              <p:spPr bwMode="auto">
                <a:xfrm>
                  <a:off x="1747" y="3240"/>
                  <a:ext cx="196" cy="23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lang="en-GB" sz="1800" b="0">
                      <a:solidFill>
                        <a:schemeClr val="tx1"/>
                      </a:solidFill>
                    </a:rPr>
                    <a:t>L</a:t>
                  </a:r>
                  <a:endParaRPr lang="en-GB" sz="1800" b="0" baseline="-250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9531" name="Text Box 243"/>
                <p:cNvSpPr txBox="1">
                  <a:spLocks noChangeArrowheads="1"/>
                </p:cNvSpPr>
                <p:nvPr/>
              </p:nvSpPr>
              <p:spPr bwMode="auto">
                <a:xfrm>
                  <a:off x="2533" y="3266"/>
                  <a:ext cx="236" cy="23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algn="ctr"/>
                  <a:r>
                    <a:rPr lang="en-GB" sz="1800" b="0">
                      <a:solidFill>
                        <a:schemeClr val="tx1"/>
                      </a:solidFill>
                    </a:rPr>
                    <a:t>+</a:t>
                  </a:r>
                  <a:endParaRPr lang="en-GB" sz="1800" b="0" baseline="-250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9532" name="Text Box 244"/>
                <p:cNvSpPr txBox="1">
                  <a:spLocks noChangeArrowheads="1"/>
                </p:cNvSpPr>
                <p:nvPr/>
              </p:nvSpPr>
              <p:spPr bwMode="auto">
                <a:xfrm>
                  <a:off x="2533" y="3532"/>
                  <a:ext cx="236" cy="23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algn="ctr"/>
                  <a:r>
                    <a:rPr lang="en-GB" sz="1800" b="0">
                      <a:solidFill>
                        <a:schemeClr val="tx1"/>
                      </a:solidFill>
                    </a:rPr>
                    <a:t>-</a:t>
                  </a:r>
                  <a:endParaRPr lang="en-GB" sz="1800" b="0" baseline="-250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9533" name="Line 245"/>
                <p:cNvSpPr>
                  <a:spLocks noChangeShapeType="1"/>
                </p:cNvSpPr>
                <p:nvPr/>
              </p:nvSpPr>
              <p:spPr bwMode="auto">
                <a:xfrm>
                  <a:off x="1407" y="3177"/>
                  <a:ext cx="170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34" name="Text Box 248"/>
                <p:cNvSpPr txBox="1">
                  <a:spLocks noChangeArrowheads="1"/>
                </p:cNvSpPr>
                <p:nvPr/>
              </p:nvSpPr>
              <p:spPr bwMode="auto">
                <a:xfrm>
                  <a:off x="1596" y="3868"/>
                  <a:ext cx="900" cy="233"/>
                </a:xfrm>
                <a:prstGeom prst="rect">
                  <a:avLst/>
                </a:prstGeom>
                <a:noFill/>
                <a:ln w="9525" algn="ctr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1800" dirty="0">
                      <a:solidFill>
                        <a:schemeClr val="accent3">
                          <a:lumMod val="50000"/>
                        </a:schemeClr>
                      </a:solidFill>
                    </a:rPr>
                    <a:t>During (1-d)T</a:t>
                  </a:r>
                </a:p>
              </p:txBody>
            </p:sp>
          </p:grpSp>
          <p:grpSp>
            <p:nvGrpSpPr>
              <p:cNvPr id="24" name="Group 255"/>
              <p:cNvGrpSpPr>
                <a:grpSpLocks/>
              </p:cNvGrpSpPr>
              <p:nvPr/>
            </p:nvGrpSpPr>
            <p:grpSpPr bwMode="auto">
              <a:xfrm>
                <a:off x="418" y="3073"/>
                <a:ext cx="652" cy="836"/>
                <a:chOff x="3958" y="1810"/>
                <a:chExt cx="652" cy="836"/>
              </a:xfrm>
            </p:grpSpPr>
            <p:sp>
              <p:nvSpPr>
                <p:cNvPr id="19513" name="AutoShape 256"/>
                <p:cNvSpPr>
                  <a:spLocks noChangeArrowheads="1"/>
                </p:cNvSpPr>
                <p:nvPr/>
              </p:nvSpPr>
              <p:spPr bwMode="auto">
                <a:xfrm flipH="1">
                  <a:off x="3995" y="1810"/>
                  <a:ext cx="615" cy="836"/>
                </a:xfrm>
                <a:prstGeom prst="leftArrow">
                  <a:avLst>
                    <a:gd name="adj1" fmla="val 50000"/>
                    <a:gd name="adj2" fmla="val 25000"/>
                  </a:avLst>
                </a:prstGeom>
                <a:solidFill>
                  <a:srgbClr val="FFC000"/>
                </a:solidFill>
                <a:ln w="9525" algn="ctr">
                  <a:solidFill>
                    <a:srgbClr val="7373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  <p:sp>
              <p:nvSpPr>
                <p:cNvPr id="19514" name="Rectangle 257"/>
                <p:cNvSpPr>
                  <a:spLocks noChangeArrowheads="1"/>
                </p:cNvSpPr>
                <p:nvPr/>
              </p:nvSpPr>
              <p:spPr bwMode="auto">
                <a:xfrm>
                  <a:off x="3958" y="2007"/>
                  <a:ext cx="650" cy="442"/>
                </a:xfrm>
                <a:prstGeom prst="rect">
                  <a:avLst/>
                </a:prstGeom>
                <a:noFill/>
                <a:ln w="9525" algn="ctr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algn="ctr"/>
                  <a:r>
                    <a:rPr lang="en-GB" dirty="0">
                      <a:solidFill>
                        <a:srgbClr val="737300"/>
                      </a:solidFill>
                    </a:rPr>
                    <a:t>S off, D on</a:t>
                  </a:r>
                  <a:endParaRPr lang="en-US" dirty="0">
                    <a:solidFill>
                      <a:srgbClr val="737300"/>
                    </a:solidFill>
                  </a:endParaRPr>
                </a:p>
              </p:txBody>
            </p:sp>
          </p:grpSp>
        </p:grpSp>
      </p:grpSp>
      <p:grpSp>
        <p:nvGrpSpPr>
          <p:cNvPr id="25" name="Group 319"/>
          <p:cNvGrpSpPr>
            <a:grpSpLocks/>
          </p:cNvGrpSpPr>
          <p:nvPr/>
        </p:nvGrpSpPr>
        <p:grpSpPr bwMode="auto">
          <a:xfrm>
            <a:off x="5689600" y="1771650"/>
            <a:ext cx="2427288" cy="4460875"/>
            <a:chOff x="3584" y="1116"/>
            <a:chExt cx="1529" cy="2810"/>
          </a:xfrm>
        </p:grpSpPr>
        <p:sp>
          <p:nvSpPr>
            <p:cNvPr id="19492" name="Line 259"/>
            <p:cNvSpPr>
              <a:spLocks noChangeShapeType="1"/>
            </p:cNvSpPr>
            <p:nvPr/>
          </p:nvSpPr>
          <p:spPr bwMode="auto">
            <a:xfrm>
              <a:off x="3606" y="1702"/>
              <a:ext cx="150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493" name="Line 277"/>
            <p:cNvSpPr>
              <a:spLocks noChangeShapeType="1"/>
            </p:cNvSpPr>
            <p:nvPr/>
          </p:nvSpPr>
          <p:spPr bwMode="auto">
            <a:xfrm>
              <a:off x="3595" y="2290"/>
              <a:ext cx="150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494" name="Line 278"/>
            <p:cNvSpPr>
              <a:spLocks noChangeShapeType="1"/>
            </p:cNvSpPr>
            <p:nvPr/>
          </p:nvSpPr>
          <p:spPr bwMode="auto">
            <a:xfrm>
              <a:off x="3595" y="2842"/>
              <a:ext cx="150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495" name="Line 279"/>
            <p:cNvSpPr>
              <a:spLocks noChangeShapeType="1"/>
            </p:cNvSpPr>
            <p:nvPr/>
          </p:nvSpPr>
          <p:spPr bwMode="auto">
            <a:xfrm>
              <a:off x="3584" y="3406"/>
              <a:ext cx="150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496" name="Line 280"/>
            <p:cNvSpPr>
              <a:spLocks noChangeShapeType="1"/>
            </p:cNvSpPr>
            <p:nvPr/>
          </p:nvSpPr>
          <p:spPr bwMode="auto">
            <a:xfrm>
              <a:off x="3656" y="1166"/>
              <a:ext cx="0" cy="276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497" name="Rectangle 287"/>
            <p:cNvSpPr>
              <a:spLocks noChangeArrowheads="1"/>
            </p:cNvSpPr>
            <p:nvPr/>
          </p:nvSpPr>
          <p:spPr bwMode="auto">
            <a:xfrm>
              <a:off x="4887" y="3129"/>
              <a:ext cx="167" cy="24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l" defTabSz="762000" eaLnBrk="0" hangingPunct="0"/>
              <a:r>
                <a:rPr lang="es-ES">
                  <a:solidFill>
                    <a:schemeClr val="tx1"/>
                  </a:solidFill>
                  <a:latin typeface="Arial" charset="0"/>
                </a:rPr>
                <a:t>t</a:t>
              </a:r>
            </a:p>
          </p:txBody>
        </p:sp>
        <p:sp>
          <p:nvSpPr>
            <p:cNvPr id="19498" name="Rectangle 288"/>
            <p:cNvSpPr>
              <a:spLocks noChangeArrowheads="1"/>
            </p:cNvSpPr>
            <p:nvPr/>
          </p:nvSpPr>
          <p:spPr bwMode="auto">
            <a:xfrm>
              <a:off x="4882" y="2604"/>
              <a:ext cx="167" cy="24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l" defTabSz="762000" eaLnBrk="0" hangingPunct="0"/>
              <a:r>
                <a:rPr lang="es-ES">
                  <a:solidFill>
                    <a:schemeClr val="tx1"/>
                  </a:solidFill>
                  <a:latin typeface="Arial" charset="0"/>
                </a:rPr>
                <a:t>t</a:t>
              </a:r>
            </a:p>
          </p:txBody>
        </p:sp>
        <p:sp>
          <p:nvSpPr>
            <p:cNvPr id="19499" name="Rectangle 289"/>
            <p:cNvSpPr>
              <a:spLocks noChangeArrowheads="1"/>
            </p:cNvSpPr>
            <p:nvPr/>
          </p:nvSpPr>
          <p:spPr bwMode="auto">
            <a:xfrm>
              <a:off x="4885" y="2046"/>
              <a:ext cx="167" cy="24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l" defTabSz="762000" eaLnBrk="0" hangingPunct="0"/>
              <a:r>
                <a:rPr lang="es-ES">
                  <a:solidFill>
                    <a:schemeClr val="tx1"/>
                  </a:solidFill>
                  <a:latin typeface="Arial" charset="0"/>
                </a:rPr>
                <a:t>t</a:t>
              </a:r>
            </a:p>
          </p:txBody>
        </p:sp>
        <p:sp>
          <p:nvSpPr>
            <p:cNvPr id="19500" name="Rectangle 290"/>
            <p:cNvSpPr>
              <a:spLocks noChangeArrowheads="1"/>
            </p:cNvSpPr>
            <p:nvPr/>
          </p:nvSpPr>
          <p:spPr bwMode="auto">
            <a:xfrm>
              <a:off x="4874" y="1470"/>
              <a:ext cx="167" cy="24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l" defTabSz="762000" eaLnBrk="0" hangingPunct="0"/>
              <a:r>
                <a:rPr lang="es-ES">
                  <a:solidFill>
                    <a:schemeClr val="tx1"/>
                  </a:solidFill>
                  <a:latin typeface="Arial" charset="0"/>
                </a:rPr>
                <a:t>t</a:t>
              </a:r>
            </a:p>
          </p:txBody>
        </p:sp>
        <p:sp>
          <p:nvSpPr>
            <p:cNvPr id="19501" name="Line 291"/>
            <p:cNvSpPr>
              <a:spLocks noChangeShapeType="1"/>
            </p:cNvSpPr>
            <p:nvPr/>
          </p:nvSpPr>
          <p:spPr bwMode="auto">
            <a:xfrm flipV="1">
              <a:off x="3656" y="1767"/>
              <a:ext cx="0" cy="13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502" name="Line 292"/>
            <p:cNvSpPr>
              <a:spLocks noChangeShapeType="1"/>
            </p:cNvSpPr>
            <p:nvPr/>
          </p:nvSpPr>
          <p:spPr bwMode="auto">
            <a:xfrm flipV="1">
              <a:off x="3656" y="2325"/>
              <a:ext cx="0" cy="13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503" name="Line 293"/>
            <p:cNvSpPr>
              <a:spLocks noChangeShapeType="1"/>
            </p:cNvSpPr>
            <p:nvPr/>
          </p:nvSpPr>
          <p:spPr bwMode="auto">
            <a:xfrm flipV="1">
              <a:off x="3656" y="2907"/>
              <a:ext cx="0" cy="13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504" name="Rectangle 294"/>
            <p:cNvSpPr>
              <a:spLocks noChangeArrowheads="1"/>
            </p:cNvSpPr>
            <p:nvPr/>
          </p:nvSpPr>
          <p:spPr bwMode="auto">
            <a:xfrm>
              <a:off x="3672" y="2247"/>
              <a:ext cx="227" cy="24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l" defTabSz="762000" eaLnBrk="0" hangingPunct="0"/>
              <a:r>
                <a:rPr lang="es-ES">
                  <a:solidFill>
                    <a:schemeClr val="tx1"/>
                  </a:solidFill>
                  <a:latin typeface="Arial" charset="0"/>
                </a:rPr>
                <a:t>i</a:t>
              </a:r>
              <a:r>
                <a:rPr lang="es-ES" baseline="-25000">
                  <a:solidFill>
                    <a:schemeClr val="tx1"/>
                  </a:solidFill>
                  <a:latin typeface="Arial" charset="0"/>
                </a:rPr>
                <a:t>S</a:t>
              </a:r>
            </a:p>
          </p:txBody>
        </p:sp>
        <p:sp>
          <p:nvSpPr>
            <p:cNvPr id="19505" name="Rectangle 295"/>
            <p:cNvSpPr>
              <a:spLocks noChangeArrowheads="1"/>
            </p:cNvSpPr>
            <p:nvPr/>
          </p:nvSpPr>
          <p:spPr bwMode="auto">
            <a:xfrm>
              <a:off x="3635" y="2937"/>
              <a:ext cx="233" cy="24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l" defTabSz="762000" eaLnBrk="0" hangingPunct="0"/>
              <a:r>
                <a:rPr lang="es-ES">
                  <a:solidFill>
                    <a:schemeClr val="tx1"/>
                  </a:solidFill>
                  <a:latin typeface="Arial" charset="0"/>
                </a:rPr>
                <a:t>i</a:t>
              </a:r>
              <a:r>
                <a:rPr lang="es-ES" baseline="-25000">
                  <a:solidFill>
                    <a:schemeClr val="tx1"/>
                  </a:solidFill>
                  <a:latin typeface="Arial" charset="0"/>
                </a:rPr>
                <a:t>D</a:t>
              </a:r>
            </a:p>
          </p:txBody>
        </p:sp>
        <p:sp>
          <p:nvSpPr>
            <p:cNvPr id="19506" name="Rectangle 296"/>
            <p:cNvSpPr>
              <a:spLocks noChangeArrowheads="1"/>
            </p:cNvSpPr>
            <p:nvPr/>
          </p:nvSpPr>
          <p:spPr bwMode="auto">
            <a:xfrm>
              <a:off x="3640" y="1710"/>
              <a:ext cx="222" cy="24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l" defTabSz="762000" eaLnBrk="0" hangingPunct="0"/>
              <a:r>
                <a:rPr lang="es-ES">
                  <a:solidFill>
                    <a:schemeClr val="tx1"/>
                  </a:solidFill>
                  <a:latin typeface="Arial" charset="0"/>
                </a:rPr>
                <a:t>i</a:t>
              </a:r>
              <a:r>
                <a:rPr lang="es-ES" baseline="-25000">
                  <a:solidFill>
                    <a:schemeClr val="tx1"/>
                  </a:solidFill>
                  <a:latin typeface="Arial" charset="0"/>
                </a:rPr>
                <a:t>L</a:t>
              </a:r>
            </a:p>
          </p:txBody>
        </p:sp>
        <p:sp>
          <p:nvSpPr>
            <p:cNvPr id="19507" name="Rectangle 297"/>
            <p:cNvSpPr>
              <a:spLocks noChangeArrowheads="1"/>
            </p:cNvSpPr>
            <p:nvPr/>
          </p:nvSpPr>
          <p:spPr bwMode="auto">
            <a:xfrm>
              <a:off x="3664" y="1116"/>
              <a:ext cx="1076" cy="24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l" defTabSz="762000" eaLnBrk="0" hangingPunct="0"/>
              <a:r>
                <a:rPr lang="es-ES" b="0">
                  <a:solidFill>
                    <a:schemeClr val="tx1"/>
                  </a:solidFill>
                  <a:latin typeface="Arial" charset="0"/>
                </a:rPr>
                <a:t>Driving signal</a:t>
              </a:r>
            </a:p>
          </p:txBody>
        </p:sp>
      </p:grpSp>
      <p:grpSp>
        <p:nvGrpSpPr>
          <p:cNvPr id="26" name="Group 326"/>
          <p:cNvGrpSpPr>
            <a:grpSpLocks/>
          </p:cNvGrpSpPr>
          <p:nvPr/>
        </p:nvGrpSpPr>
        <p:grpSpPr bwMode="auto">
          <a:xfrm>
            <a:off x="5795963" y="2228850"/>
            <a:ext cx="700087" cy="3619500"/>
            <a:chOff x="3651" y="1404"/>
            <a:chExt cx="441" cy="2280"/>
          </a:xfrm>
        </p:grpSpPr>
        <p:sp>
          <p:nvSpPr>
            <p:cNvPr id="19484" name="Rectangle 286"/>
            <p:cNvSpPr>
              <a:spLocks noChangeArrowheads="1"/>
            </p:cNvSpPr>
            <p:nvPr/>
          </p:nvSpPr>
          <p:spPr bwMode="auto">
            <a:xfrm>
              <a:off x="3665" y="3417"/>
              <a:ext cx="427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8" tIns="44450" rIns="90488" bIns="44450">
              <a:spAutoFit/>
            </a:bodyPr>
            <a:lstStyle/>
            <a:p>
              <a:pPr algn="l" defTabSz="762000" eaLnBrk="0" hangingPunct="0"/>
              <a:r>
                <a:rPr lang="es-ES" sz="1800">
                  <a:solidFill>
                    <a:schemeClr val="tx1"/>
                  </a:solidFill>
                  <a:latin typeface="Arial" charset="0"/>
                </a:rPr>
                <a:t>dT</a:t>
              </a:r>
            </a:p>
          </p:txBody>
        </p:sp>
        <p:grpSp>
          <p:nvGrpSpPr>
            <p:cNvPr id="27" name="Group 320"/>
            <p:cNvGrpSpPr>
              <a:grpSpLocks/>
            </p:cNvGrpSpPr>
            <p:nvPr/>
          </p:nvGrpSpPr>
          <p:grpSpPr bwMode="auto">
            <a:xfrm>
              <a:off x="3651" y="1404"/>
              <a:ext cx="310" cy="2280"/>
              <a:chOff x="3651" y="1404"/>
              <a:chExt cx="310" cy="2280"/>
            </a:xfrm>
          </p:grpSpPr>
          <p:sp>
            <p:nvSpPr>
              <p:cNvPr id="19486" name="Line 281"/>
              <p:cNvSpPr>
                <a:spLocks noChangeShapeType="1"/>
              </p:cNvSpPr>
              <p:nvPr/>
            </p:nvSpPr>
            <p:spPr bwMode="auto">
              <a:xfrm>
                <a:off x="3959" y="3404"/>
                <a:ext cx="0" cy="28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prstDash val="sysDot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9487" name="Line 284"/>
              <p:cNvSpPr>
                <a:spLocks noChangeShapeType="1"/>
              </p:cNvSpPr>
              <p:nvPr/>
            </p:nvSpPr>
            <p:spPr bwMode="auto">
              <a:xfrm>
                <a:off x="3656" y="3628"/>
                <a:ext cx="305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9488" name="Line 262"/>
              <p:cNvSpPr>
                <a:spLocks noChangeShapeType="1"/>
              </p:cNvSpPr>
              <p:nvPr/>
            </p:nvSpPr>
            <p:spPr bwMode="auto">
              <a:xfrm flipV="1">
                <a:off x="3664" y="1850"/>
                <a:ext cx="281" cy="208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9489" name="Freeform 269"/>
              <p:cNvSpPr>
                <a:spLocks/>
              </p:cNvSpPr>
              <p:nvPr/>
            </p:nvSpPr>
            <p:spPr bwMode="auto">
              <a:xfrm>
                <a:off x="3664" y="2414"/>
                <a:ext cx="293" cy="422"/>
              </a:xfrm>
              <a:custGeom>
                <a:avLst/>
                <a:gdLst>
                  <a:gd name="T0" fmla="*/ 0 w 330"/>
                  <a:gd name="T1" fmla="*/ 421 h 422"/>
                  <a:gd name="T2" fmla="*/ 0 w 330"/>
                  <a:gd name="T3" fmla="*/ 212 h 422"/>
                  <a:gd name="T4" fmla="*/ 143 w 330"/>
                  <a:gd name="T5" fmla="*/ 0 h 422"/>
                  <a:gd name="T6" fmla="*/ 143 w 330"/>
                  <a:gd name="T7" fmla="*/ 421 h 42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30"/>
                  <a:gd name="T13" fmla="*/ 0 h 422"/>
                  <a:gd name="T14" fmla="*/ 330 w 330"/>
                  <a:gd name="T15" fmla="*/ 422 h 42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30" h="422">
                    <a:moveTo>
                      <a:pt x="0" y="421"/>
                    </a:moveTo>
                    <a:lnTo>
                      <a:pt x="0" y="212"/>
                    </a:lnTo>
                    <a:lnTo>
                      <a:pt x="329" y="0"/>
                    </a:lnTo>
                    <a:lnTo>
                      <a:pt x="329" y="421"/>
                    </a:lnTo>
                  </a:path>
                </a:pathLst>
              </a:custGeom>
              <a:noFill/>
              <a:ln w="38100" cap="rnd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9490" name="Line 274"/>
              <p:cNvSpPr>
                <a:spLocks noChangeShapeType="1"/>
              </p:cNvSpPr>
              <p:nvPr/>
            </p:nvSpPr>
            <p:spPr bwMode="auto">
              <a:xfrm>
                <a:off x="3669" y="3402"/>
                <a:ext cx="285" cy="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9491" name="Freeform 302"/>
              <p:cNvSpPr>
                <a:spLocks/>
              </p:cNvSpPr>
              <p:nvPr/>
            </p:nvSpPr>
            <p:spPr bwMode="auto">
              <a:xfrm>
                <a:off x="3651" y="1404"/>
                <a:ext cx="294" cy="143"/>
              </a:xfrm>
              <a:custGeom>
                <a:avLst/>
                <a:gdLst>
                  <a:gd name="T0" fmla="*/ 1 w 294"/>
                  <a:gd name="T1" fmla="*/ 3 h 284"/>
                  <a:gd name="T2" fmla="*/ 0 w 294"/>
                  <a:gd name="T3" fmla="*/ 0 h 284"/>
                  <a:gd name="T4" fmla="*/ 294 w 294"/>
                  <a:gd name="T5" fmla="*/ 0 h 284"/>
                  <a:gd name="T6" fmla="*/ 293 w 294"/>
                  <a:gd name="T7" fmla="*/ 3 h 28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94"/>
                  <a:gd name="T13" fmla="*/ 0 h 284"/>
                  <a:gd name="T14" fmla="*/ 294 w 294"/>
                  <a:gd name="T15" fmla="*/ 284 h 28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94" h="284">
                    <a:moveTo>
                      <a:pt x="1" y="284"/>
                    </a:moveTo>
                    <a:lnTo>
                      <a:pt x="0" y="0"/>
                    </a:lnTo>
                    <a:lnTo>
                      <a:pt x="294" y="0"/>
                    </a:lnTo>
                    <a:lnTo>
                      <a:pt x="293" y="284"/>
                    </a:lnTo>
                  </a:path>
                </a:pathLst>
              </a:custGeom>
              <a:noFill/>
              <a:ln w="38100" cap="rnd">
                <a:solidFill>
                  <a:srgbClr val="6600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s-ES"/>
              </a:p>
            </p:txBody>
          </p:sp>
        </p:grpSp>
      </p:grpSp>
      <p:grpSp>
        <p:nvGrpSpPr>
          <p:cNvPr id="28" name="Group 321"/>
          <p:cNvGrpSpPr>
            <a:grpSpLocks/>
          </p:cNvGrpSpPr>
          <p:nvPr/>
        </p:nvGrpSpPr>
        <p:grpSpPr bwMode="auto">
          <a:xfrm>
            <a:off x="5829300" y="2459038"/>
            <a:ext cx="925513" cy="3727450"/>
            <a:chOff x="3672" y="1549"/>
            <a:chExt cx="583" cy="2348"/>
          </a:xfrm>
        </p:grpSpPr>
        <p:sp>
          <p:nvSpPr>
            <p:cNvPr id="19477" name="Line 282"/>
            <p:cNvSpPr>
              <a:spLocks noChangeShapeType="1"/>
            </p:cNvSpPr>
            <p:nvPr/>
          </p:nvSpPr>
          <p:spPr bwMode="auto">
            <a:xfrm>
              <a:off x="4247" y="3418"/>
              <a:ext cx="0" cy="45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478" name="Line 283"/>
            <p:cNvSpPr>
              <a:spLocks noChangeShapeType="1"/>
            </p:cNvSpPr>
            <p:nvPr/>
          </p:nvSpPr>
          <p:spPr bwMode="auto">
            <a:xfrm>
              <a:off x="3672" y="3860"/>
              <a:ext cx="56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479" name="Rectangle 285"/>
            <p:cNvSpPr>
              <a:spLocks noChangeArrowheads="1"/>
            </p:cNvSpPr>
            <p:nvPr/>
          </p:nvSpPr>
          <p:spPr bwMode="auto">
            <a:xfrm>
              <a:off x="3879" y="3668"/>
              <a:ext cx="202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l" defTabSz="762000" eaLnBrk="0" hangingPunct="0"/>
              <a:r>
                <a:rPr lang="es-ES" sz="1800">
                  <a:solidFill>
                    <a:schemeClr val="tx1"/>
                  </a:solidFill>
                  <a:latin typeface="Arial" charset="0"/>
                </a:rPr>
                <a:t>T</a:t>
              </a:r>
            </a:p>
          </p:txBody>
        </p:sp>
        <p:sp>
          <p:nvSpPr>
            <p:cNvPr id="19480" name="Line 264"/>
            <p:cNvSpPr>
              <a:spLocks noChangeShapeType="1"/>
            </p:cNvSpPr>
            <p:nvPr/>
          </p:nvSpPr>
          <p:spPr bwMode="auto">
            <a:xfrm flipH="1" flipV="1">
              <a:off x="3946" y="1850"/>
              <a:ext cx="309" cy="208"/>
            </a:xfrm>
            <a:prstGeom prst="line">
              <a:avLst/>
            </a:prstGeom>
            <a:noFill/>
            <a:ln w="38100">
              <a:solidFill>
                <a:srgbClr val="3164AB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481" name="Line 267"/>
            <p:cNvSpPr>
              <a:spLocks noChangeShapeType="1"/>
            </p:cNvSpPr>
            <p:nvPr/>
          </p:nvSpPr>
          <p:spPr bwMode="auto">
            <a:xfrm>
              <a:off x="3963" y="2835"/>
              <a:ext cx="285" cy="0"/>
            </a:xfrm>
            <a:prstGeom prst="line">
              <a:avLst/>
            </a:prstGeom>
            <a:noFill/>
            <a:ln w="38100">
              <a:solidFill>
                <a:srgbClr val="3164AB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482" name="Freeform 275"/>
            <p:cNvSpPr>
              <a:spLocks/>
            </p:cNvSpPr>
            <p:nvPr/>
          </p:nvSpPr>
          <p:spPr bwMode="auto">
            <a:xfrm>
              <a:off x="3957" y="2966"/>
              <a:ext cx="293" cy="435"/>
            </a:xfrm>
            <a:custGeom>
              <a:avLst/>
              <a:gdLst>
                <a:gd name="T0" fmla="*/ 143 w 330"/>
                <a:gd name="T1" fmla="*/ 434 h 435"/>
                <a:gd name="T2" fmla="*/ 143 w 330"/>
                <a:gd name="T3" fmla="*/ 218 h 435"/>
                <a:gd name="T4" fmla="*/ 0 w 330"/>
                <a:gd name="T5" fmla="*/ 0 h 435"/>
                <a:gd name="T6" fmla="*/ 0 w 330"/>
                <a:gd name="T7" fmla="*/ 434 h 43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30"/>
                <a:gd name="T13" fmla="*/ 0 h 435"/>
                <a:gd name="T14" fmla="*/ 330 w 330"/>
                <a:gd name="T15" fmla="*/ 435 h 43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30" h="435">
                  <a:moveTo>
                    <a:pt x="329" y="434"/>
                  </a:moveTo>
                  <a:lnTo>
                    <a:pt x="329" y="218"/>
                  </a:lnTo>
                  <a:lnTo>
                    <a:pt x="0" y="0"/>
                  </a:lnTo>
                  <a:lnTo>
                    <a:pt x="0" y="434"/>
                  </a:lnTo>
                </a:path>
              </a:pathLst>
            </a:custGeom>
            <a:noFill/>
            <a:ln w="38100" cap="rnd">
              <a:solidFill>
                <a:srgbClr val="3164AB"/>
              </a:solidFill>
              <a:round/>
              <a:headEnd/>
              <a:tailE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9483" name="Freeform 308"/>
            <p:cNvSpPr>
              <a:spLocks/>
            </p:cNvSpPr>
            <p:nvPr/>
          </p:nvSpPr>
          <p:spPr bwMode="auto">
            <a:xfrm flipV="1">
              <a:off x="3944" y="1549"/>
              <a:ext cx="294" cy="143"/>
            </a:xfrm>
            <a:custGeom>
              <a:avLst/>
              <a:gdLst>
                <a:gd name="T0" fmla="*/ 1 w 294"/>
                <a:gd name="T1" fmla="*/ 3 h 284"/>
                <a:gd name="T2" fmla="*/ 0 w 294"/>
                <a:gd name="T3" fmla="*/ 0 h 284"/>
                <a:gd name="T4" fmla="*/ 294 w 294"/>
                <a:gd name="T5" fmla="*/ 0 h 284"/>
                <a:gd name="T6" fmla="*/ 293 w 294"/>
                <a:gd name="T7" fmla="*/ 3 h 28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94"/>
                <a:gd name="T13" fmla="*/ 0 h 284"/>
                <a:gd name="T14" fmla="*/ 294 w 294"/>
                <a:gd name="T15" fmla="*/ 284 h 28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94" h="284">
                  <a:moveTo>
                    <a:pt x="1" y="284"/>
                  </a:moveTo>
                  <a:lnTo>
                    <a:pt x="0" y="0"/>
                  </a:lnTo>
                  <a:lnTo>
                    <a:pt x="294" y="0"/>
                  </a:lnTo>
                  <a:lnTo>
                    <a:pt x="293" y="284"/>
                  </a:lnTo>
                </a:path>
              </a:pathLst>
            </a:custGeom>
            <a:noFill/>
            <a:ln w="38100" cap="rnd">
              <a:solidFill>
                <a:srgbClr val="660066"/>
              </a:solidFill>
              <a:round/>
              <a:headEnd/>
              <a:tailEnd/>
            </a:ln>
          </p:spPr>
          <p:txBody>
            <a:bodyPr/>
            <a:lstStyle/>
            <a:p>
              <a:endParaRPr lang="es-ES"/>
            </a:p>
          </p:txBody>
        </p:sp>
      </p:grpSp>
      <p:grpSp>
        <p:nvGrpSpPr>
          <p:cNvPr id="29" name="Group 322"/>
          <p:cNvGrpSpPr>
            <a:grpSpLocks/>
          </p:cNvGrpSpPr>
          <p:nvPr/>
        </p:nvGrpSpPr>
        <p:grpSpPr bwMode="auto">
          <a:xfrm>
            <a:off x="6724650" y="2225675"/>
            <a:ext cx="496888" cy="3171825"/>
            <a:chOff x="4236" y="1402"/>
            <a:chExt cx="313" cy="1998"/>
          </a:xfrm>
        </p:grpSpPr>
        <p:sp>
          <p:nvSpPr>
            <p:cNvPr id="19473" name="Line 263"/>
            <p:cNvSpPr>
              <a:spLocks noChangeShapeType="1"/>
            </p:cNvSpPr>
            <p:nvPr/>
          </p:nvSpPr>
          <p:spPr bwMode="auto">
            <a:xfrm flipV="1">
              <a:off x="4251" y="1850"/>
              <a:ext cx="282" cy="208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474" name="Freeform 270"/>
            <p:cNvSpPr>
              <a:spLocks/>
            </p:cNvSpPr>
            <p:nvPr/>
          </p:nvSpPr>
          <p:spPr bwMode="auto">
            <a:xfrm>
              <a:off x="4255" y="2416"/>
              <a:ext cx="294" cy="422"/>
            </a:xfrm>
            <a:custGeom>
              <a:avLst/>
              <a:gdLst>
                <a:gd name="T0" fmla="*/ 0 w 331"/>
                <a:gd name="T1" fmla="*/ 421 h 422"/>
                <a:gd name="T2" fmla="*/ 0 w 331"/>
                <a:gd name="T3" fmla="*/ 212 h 422"/>
                <a:gd name="T4" fmla="*/ 144 w 331"/>
                <a:gd name="T5" fmla="*/ 0 h 422"/>
                <a:gd name="T6" fmla="*/ 144 w 331"/>
                <a:gd name="T7" fmla="*/ 421 h 42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31"/>
                <a:gd name="T13" fmla="*/ 0 h 422"/>
                <a:gd name="T14" fmla="*/ 331 w 331"/>
                <a:gd name="T15" fmla="*/ 422 h 42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31" h="422">
                  <a:moveTo>
                    <a:pt x="0" y="421"/>
                  </a:moveTo>
                  <a:lnTo>
                    <a:pt x="0" y="212"/>
                  </a:lnTo>
                  <a:lnTo>
                    <a:pt x="330" y="0"/>
                  </a:lnTo>
                  <a:lnTo>
                    <a:pt x="330" y="421"/>
                  </a:lnTo>
                </a:path>
              </a:pathLst>
            </a:custGeom>
            <a:noFill/>
            <a:ln w="38100" cap="rnd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9475" name="Line 276"/>
            <p:cNvSpPr>
              <a:spLocks noChangeShapeType="1"/>
            </p:cNvSpPr>
            <p:nvPr/>
          </p:nvSpPr>
          <p:spPr bwMode="auto">
            <a:xfrm>
              <a:off x="4262" y="3400"/>
              <a:ext cx="283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476" name="Freeform 309"/>
            <p:cNvSpPr>
              <a:spLocks/>
            </p:cNvSpPr>
            <p:nvPr/>
          </p:nvSpPr>
          <p:spPr bwMode="auto">
            <a:xfrm>
              <a:off x="4236" y="1402"/>
              <a:ext cx="294" cy="143"/>
            </a:xfrm>
            <a:custGeom>
              <a:avLst/>
              <a:gdLst>
                <a:gd name="T0" fmla="*/ 1 w 294"/>
                <a:gd name="T1" fmla="*/ 3 h 284"/>
                <a:gd name="T2" fmla="*/ 0 w 294"/>
                <a:gd name="T3" fmla="*/ 0 h 284"/>
                <a:gd name="T4" fmla="*/ 294 w 294"/>
                <a:gd name="T5" fmla="*/ 0 h 284"/>
                <a:gd name="T6" fmla="*/ 293 w 294"/>
                <a:gd name="T7" fmla="*/ 3 h 28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94"/>
                <a:gd name="T13" fmla="*/ 0 h 284"/>
                <a:gd name="T14" fmla="*/ 294 w 294"/>
                <a:gd name="T15" fmla="*/ 284 h 28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94" h="284">
                  <a:moveTo>
                    <a:pt x="1" y="284"/>
                  </a:moveTo>
                  <a:lnTo>
                    <a:pt x="0" y="0"/>
                  </a:lnTo>
                  <a:lnTo>
                    <a:pt x="294" y="0"/>
                  </a:lnTo>
                  <a:lnTo>
                    <a:pt x="293" y="284"/>
                  </a:lnTo>
                </a:path>
              </a:pathLst>
            </a:custGeom>
            <a:noFill/>
            <a:ln w="38100" cap="rnd">
              <a:solidFill>
                <a:srgbClr val="660066"/>
              </a:solidFill>
              <a:round/>
              <a:headEnd/>
              <a:tailEnd/>
            </a:ln>
          </p:spPr>
          <p:txBody>
            <a:bodyPr/>
            <a:lstStyle/>
            <a:p>
              <a:endParaRPr lang="es-ES"/>
            </a:p>
          </p:txBody>
        </p:sp>
      </p:grpSp>
      <p:grpSp>
        <p:nvGrpSpPr>
          <p:cNvPr id="30" name="Group 323"/>
          <p:cNvGrpSpPr>
            <a:grpSpLocks/>
          </p:cNvGrpSpPr>
          <p:nvPr/>
        </p:nvGrpSpPr>
        <p:grpSpPr bwMode="auto">
          <a:xfrm>
            <a:off x="7186613" y="2455863"/>
            <a:ext cx="503237" cy="2946400"/>
            <a:chOff x="4527" y="1547"/>
            <a:chExt cx="317" cy="1856"/>
          </a:xfrm>
        </p:grpSpPr>
        <p:sp>
          <p:nvSpPr>
            <p:cNvPr id="19469" name="Line 265"/>
            <p:cNvSpPr>
              <a:spLocks noChangeShapeType="1"/>
            </p:cNvSpPr>
            <p:nvPr/>
          </p:nvSpPr>
          <p:spPr bwMode="auto">
            <a:xfrm flipH="1" flipV="1">
              <a:off x="4535" y="1850"/>
              <a:ext cx="309" cy="208"/>
            </a:xfrm>
            <a:prstGeom prst="line">
              <a:avLst/>
            </a:prstGeom>
            <a:noFill/>
            <a:ln w="38100">
              <a:solidFill>
                <a:srgbClr val="3164AB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470" name="Line 271"/>
            <p:cNvSpPr>
              <a:spLocks noChangeShapeType="1"/>
            </p:cNvSpPr>
            <p:nvPr/>
          </p:nvSpPr>
          <p:spPr bwMode="auto">
            <a:xfrm>
              <a:off x="4555" y="2837"/>
              <a:ext cx="285" cy="0"/>
            </a:xfrm>
            <a:prstGeom prst="line">
              <a:avLst/>
            </a:prstGeom>
            <a:noFill/>
            <a:ln w="38100">
              <a:solidFill>
                <a:srgbClr val="3164AB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471" name="Freeform 273"/>
            <p:cNvSpPr>
              <a:spLocks/>
            </p:cNvSpPr>
            <p:nvPr/>
          </p:nvSpPr>
          <p:spPr bwMode="auto">
            <a:xfrm>
              <a:off x="4546" y="2968"/>
              <a:ext cx="294" cy="435"/>
            </a:xfrm>
            <a:custGeom>
              <a:avLst/>
              <a:gdLst>
                <a:gd name="T0" fmla="*/ 144 w 331"/>
                <a:gd name="T1" fmla="*/ 434 h 435"/>
                <a:gd name="T2" fmla="*/ 144 w 331"/>
                <a:gd name="T3" fmla="*/ 218 h 435"/>
                <a:gd name="T4" fmla="*/ 0 w 331"/>
                <a:gd name="T5" fmla="*/ 0 h 435"/>
                <a:gd name="T6" fmla="*/ 0 w 331"/>
                <a:gd name="T7" fmla="*/ 434 h 43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31"/>
                <a:gd name="T13" fmla="*/ 0 h 435"/>
                <a:gd name="T14" fmla="*/ 331 w 331"/>
                <a:gd name="T15" fmla="*/ 435 h 43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31" h="435">
                  <a:moveTo>
                    <a:pt x="330" y="434"/>
                  </a:moveTo>
                  <a:lnTo>
                    <a:pt x="330" y="218"/>
                  </a:lnTo>
                  <a:lnTo>
                    <a:pt x="0" y="0"/>
                  </a:lnTo>
                  <a:lnTo>
                    <a:pt x="0" y="434"/>
                  </a:lnTo>
                </a:path>
              </a:pathLst>
            </a:custGeom>
            <a:noFill/>
            <a:ln w="38100" cap="rnd">
              <a:solidFill>
                <a:srgbClr val="3164AB"/>
              </a:solidFill>
              <a:round/>
              <a:headEnd/>
              <a:tailE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9472" name="Freeform 310"/>
            <p:cNvSpPr>
              <a:spLocks/>
            </p:cNvSpPr>
            <p:nvPr/>
          </p:nvSpPr>
          <p:spPr bwMode="auto">
            <a:xfrm flipV="1">
              <a:off x="4527" y="1547"/>
              <a:ext cx="294" cy="143"/>
            </a:xfrm>
            <a:custGeom>
              <a:avLst/>
              <a:gdLst>
                <a:gd name="T0" fmla="*/ 1 w 294"/>
                <a:gd name="T1" fmla="*/ 3 h 284"/>
                <a:gd name="T2" fmla="*/ 0 w 294"/>
                <a:gd name="T3" fmla="*/ 0 h 284"/>
                <a:gd name="T4" fmla="*/ 294 w 294"/>
                <a:gd name="T5" fmla="*/ 0 h 284"/>
                <a:gd name="T6" fmla="*/ 293 w 294"/>
                <a:gd name="T7" fmla="*/ 3 h 28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94"/>
                <a:gd name="T13" fmla="*/ 0 h 284"/>
                <a:gd name="T14" fmla="*/ 294 w 294"/>
                <a:gd name="T15" fmla="*/ 284 h 28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94" h="284">
                  <a:moveTo>
                    <a:pt x="1" y="284"/>
                  </a:moveTo>
                  <a:lnTo>
                    <a:pt x="0" y="0"/>
                  </a:lnTo>
                  <a:lnTo>
                    <a:pt x="294" y="0"/>
                  </a:lnTo>
                  <a:lnTo>
                    <a:pt x="293" y="284"/>
                  </a:lnTo>
                </a:path>
              </a:pathLst>
            </a:custGeom>
            <a:noFill/>
            <a:ln w="38100" cap="rnd">
              <a:solidFill>
                <a:srgbClr val="660066"/>
              </a:solidFill>
              <a:round/>
              <a:headEnd/>
              <a:tailEnd/>
            </a:ln>
          </p:spPr>
          <p:txBody>
            <a:bodyPr/>
            <a:lstStyle/>
            <a:p>
              <a:endParaRPr lang="es-E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3"/>
          <p:cNvSpPr>
            <a:spLocks noChangeArrowheads="1"/>
          </p:cNvSpPr>
          <p:nvPr/>
        </p:nvSpPr>
        <p:spPr bwMode="auto">
          <a:xfrm>
            <a:off x="0" y="633413"/>
            <a:ext cx="4549775" cy="38959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algn="just" defTabSz="762000" eaLnBrk="0" hangingPunct="0">
              <a:lnSpc>
                <a:spcPct val="115000"/>
              </a:lnSpc>
              <a:spcAft>
                <a:spcPct val="35000"/>
              </a:spcAft>
              <a:buSzPct val="150000"/>
              <a:buFont typeface="Wingdings" pitchFamily="2" charset="2"/>
              <a:buNone/>
            </a:pPr>
            <a:r>
              <a:rPr lang="en-US" dirty="0">
                <a:solidFill>
                  <a:schemeClr val="tx1"/>
                </a:solidFill>
              </a:rPr>
              <a:t>Step 1: Main </a:t>
            </a:r>
            <a:r>
              <a:rPr lang="en-US" dirty="0" smtClean="0">
                <a:solidFill>
                  <a:schemeClr val="tx1"/>
                </a:solidFill>
              </a:rPr>
              <a:t>waveforms</a:t>
            </a:r>
            <a:endParaRPr lang="en-US" b="0" dirty="0">
              <a:solidFill>
                <a:srgbClr val="737300"/>
              </a:solidFill>
            </a:endParaRP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 rot="-5400000">
            <a:off x="1944687" y="1924051"/>
            <a:ext cx="174625" cy="196850"/>
            <a:chOff x="2216" y="2434"/>
            <a:chExt cx="110" cy="124"/>
          </a:xfrm>
        </p:grpSpPr>
        <p:sp>
          <p:nvSpPr>
            <p:cNvPr id="20703" name="AutoShape 6"/>
            <p:cNvSpPr>
              <a:spLocks noChangeArrowheads="1"/>
            </p:cNvSpPr>
            <p:nvPr/>
          </p:nvSpPr>
          <p:spPr bwMode="auto">
            <a:xfrm rot="5400000">
              <a:off x="2208" y="2446"/>
              <a:ext cx="116" cy="100"/>
            </a:xfrm>
            <a:prstGeom prst="triangle">
              <a:avLst>
                <a:gd name="adj" fmla="val 50000"/>
              </a:avLst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20704" name="Line 7"/>
            <p:cNvSpPr>
              <a:spLocks noChangeShapeType="1"/>
            </p:cNvSpPr>
            <p:nvPr/>
          </p:nvSpPr>
          <p:spPr bwMode="auto">
            <a:xfrm>
              <a:off x="2326" y="2434"/>
              <a:ext cx="0" cy="12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0484" name="Line 8"/>
          <p:cNvSpPr>
            <a:spLocks noChangeShapeType="1"/>
          </p:cNvSpPr>
          <p:nvPr/>
        </p:nvSpPr>
        <p:spPr bwMode="auto">
          <a:xfrm rot="10800000">
            <a:off x="717550" y="2492375"/>
            <a:ext cx="320833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0485" name="Line 9"/>
          <p:cNvSpPr>
            <a:spLocks noChangeShapeType="1"/>
          </p:cNvSpPr>
          <p:nvPr/>
        </p:nvSpPr>
        <p:spPr bwMode="auto">
          <a:xfrm rot="10800000">
            <a:off x="719138" y="1520825"/>
            <a:ext cx="4000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0486" name="Text Box 10"/>
          <p:cNvSpPr txBox="1">
            <a:spLocks noChangeArrowheads="1"/>
          </p:cNvSpPr>
          <p:nvPr/>
        </p:nvSpPr>
        <p:spPr bwMode="auto">
          <a:xfrm>
            <a:off x="3486150" y="1887538"/>
            <a:ext cx="43338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en-GB" sz="1800" b="0">
                <a:solidFill>
                  <a:schemeClr val="tx1"/>
                </a:solidFill>
              </a:rPr>
              <a:t>R</a:t>
            </a:r>
            <a:r>
              <a:rPr lang="en-GB" sz="1800" b="0" baseline="-25000">
                <a:solidFill>
                  <a:schemeClr val="tx1"/>
                </a:solidFill>
              </a:rPr>
              <a:t>L</a:t>
            </a:r>
          </a:p>
        </p:txBody>
      </p:sp>
      <p:sp>
        <p:nvSpPr>
          <p:cNvPr id="20487" name="Text Box 11"/>
          <p:cNvSpPr txBox="1">
            <a:spLocks noChangeArrowheads="1"/>
          </p:cNvSpPr>
          <p:nvPr/>
        </p:nvSpPr>
        <p:spPr bwMode="auto">
          <a:xfrm>
            <a:off x="790575" y="1930400"/>
            <a:ext cx="50323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en-GB" sz="1800">
                <a:solidFill>
                  <a:schemeClr val="tx1"/>
                </a:solidFill>
              </a:rPr>
              <a:t>v</a:t>
            </a:r>
            <a:r>
              <a:rPr lang="en-GB" sz="1800" baseline="-2500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20488" name="Text Box 12"/>
          <p:cNvSpPr txBox="1">
            <a:spLocks noChangeArrowheads="1"/>
          </p:cNvSpPr>
          <p:nvPr/>
        </p:nvSpPr>
        <p:spPr bwMode="auto">
          <a:xfrm>
            <a:off x="3921125" y="1789113"/>
            <a:ext cx="5016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GB" sz="1800">
                <a:solidFill>
                  <a:schemeClr val="tx1"/>
                </a:solidFill>
              </a:rPr>
              <a:t>v</a:t>
            </a:r>
            <a:r>
              <a:rPr lang="en-GB" sz="1800" baseline="-25000">
                <a:solidFill>
                  <a:schemeClr val="tx1"/>
                </a:solidFill>
              </a:rPr>
              <a:t>O</a:t>
            </a:r>
          </a:p>
        </p:txBody>
      </p:sp>
      <p:grpSp>
        <p:nvGrpSpPr>
          <p:cNvPr id="3" name="Group 13"/>
          <p:cNvGrpSpPr>
            <a:grpSpLocks/>
          </p:cNvGrpSpPr>
          <p:nvPr/>
        </p:nvGrpSpPr>
        <p:grpSpPr bwMode="auto">
          <a:xfrm>
            <a:off x="3848100" y="1843088"/>
            <a:ext cx="153988" cy="269875"/>
            <a:chOff x="5177" y="2146"/>
            <a:chExt cx="97" cy="170"/>
          </a:xfrm>
        </p:grpSpPr>
        <p:sp>
          <p:nvSpPr>
            <p:cNvPr id="20695" name="Line 14"/>
            <p:cNvSpPr>
              <a:spLocks noChangeShapeType="1"/>
            </p:cNvSpPr>
            <p:nvPr/>
          </p:nvSpPr>
          <p:spPr bwMode="auto">
            <a:xfrm rot="16200000" flipH="1">
              <a:off x="5238" y="2134"/>
              <a:ext cx="24" cy="4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696" name="Line 15"/>
            <p:cNvSpPr>
              <a:spLocks noChangeShapeType="1"/>
            </p:cNvSpPr>
            <p:nvPr/>
          </p:nvSpPr>
          <p:spPr bwMode="auto">
            <a:xfrm rot="-5400000">
              <a:off x="5218" y="2132"/>
              <a:ext cx="16" cy="9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697" name="Line 16"/>
            <p:cNvSpPr>
              <a:spLocks noChangeShapeType="1"/>
            </p:cNvSpPr>
            <p:nvPr/>
          </p:nvSpPr>
          <p:spPr bwMode="auto">
            <a:xfrm rot="16200000" flipH="1">
              <a:off x="5205" y="2160"/>
              <a:ext cx="35" cy="9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4" name="Group 17"/>
            <p:cNvGrpSpPr>
              <a:grpSpLocks/>
            </p:cNvGrpSpPr>
            <p:nvPr/>
          </p:nvGrpSpPr>
          <p:grpSpPr bwMode="auto">
            <a:xfrm rot="-5400000">
              <a:off x="5201" y="2220"/>
              <a:ext cx="50" cy="93"/>
              <a:chOff x="2250" y="1869"/>
              <a:chExt cx="87" cy="178"/>
            </a:xfrm>
          </p:grpSpPr>
          <p:sp>
            <p:nvSpPr>
              <p:cNvPr id="20701" name="Line 18"/>
              <p:cNvSpPr>
                <a:spLocks noChangeShapeType="1"/>
              </p:cNvSpPr>
              <p:nvPr/>
            </p:nvSpPr>
            <p:spPr bwMode="auto">
              <a:xfrm>
                <a:off x="2250" y="1873"/>
                <a:ext cx="27" cy="17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702" name="Line 19"/>
              <p:cNvSpPr>
                <a:spLocks noChangeShapeType="1"/>
              </p:cNvSpPr>
              <p:nvPr/>
            </p:nvSpPr>
            <p:spPr bwMode="auto">
              <a:xfrm flipH="1">
                <a:off x="2276" y="1869"/>
                <a:ext cx="61" cy="17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0699" name="Line 20"/>
            <p:cNvSpPr>
              <a:spLocks noChangeShapeType="1"/>
            </p:cNvSpPr>
            <p:nvPr/>
          </p:nvSpPr>
          <p:spPr bwMode="auto">
            <a:xfrm rot="-5400000">
              <a:off x="5215" y="2185"/>
              <a:ext cx="16" cy="9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700" name="Line 21"/>
            <p:cNvSpPr>
              <a:spLocks noChangeShapeType="1"/>
            </p:cNvSpPr>
            <p:nvPr/>
          </p:nvSpPr>
          <p:spPr bwMode="auto">
            <a:xfrm rot="16200000" flipH="1">
              <a:off x="5191" y="2282"/>
              <a:ext cx="23" cy="4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0490" name="Line 22"/>
          <p:cNvSpPr>
            <a:spLocks noChangeShapeType="1"/>
          </p:cNvSpPr>
          <p:nvPr/>
        </p:nvSpPr>
        <p:spPr bwMode="auto">
          <a:xfrm>
            <a:off x="3922713" y="1527175"/>
            <a:ext cx="0" cy="3111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0491" name="Line 23"/>
          <p:cNvSpPr>
            <a:spLocks noChangeShapeType="1"/>
          </p:cNvSpPr>
          <p:nvPr/>
        </p:nvSpPr>
        <p:spPr bwMode="auto">
          <a:xfrm>
            <a:off x="3924300" y="2114550"/>
            <a:ext cx="0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grpSp>
        <p:nvGrpSpPr>
          <p:cNvPr id="5" name="Group 24"/>
          <p:cNvGrpSpPr>
            <a:grpSpLocks/>
          </p:cNvGrpSpPr>
          <p:nvPr/>
        </p:nvGrpSpPr>
        <p:grpSpPr bwMode="auto">
          <a:xfrm>
            <a:off x="474663" y="1957388"/>
            <a:ext cx="498475" cy="128587"/>
            <a:chOff x="962" y="1273"/>
            <a:chExt cx="314" cy="81"/>
          </a:xfrm>
        </p:grpSpPr>
        <p:sp>
          <p:nvSpPr>
            <p:cNvPr id="20693" name="Rectangle 25"/>
            <p:cNvSpPr>
              <a:spLocks noChangeArrowheads="1"/>
            </p:cNvSpPr>
            <p:nvPr/>
          </p:nvSpPr>
          <p:spPr bwMode="auto">
            <a:xfrm>
              <a:off x="1053" y="1314"/>
              <a:ext cx="132" cy="40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20694" name="Line 26"/>
            <p:cNvSpPr>
              <a:spLocks noChangeShapeType="1"/>
            </p:cNvSpPr>
            <p:nvPr/>
          </p:nvSpPr>
          <p:spPr bwMode="auto">
            <a:xfrm rot="10800000">
              <a:off x="962" y="1273"/>
              <a:ext cx="31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0493" name="Line 27"/>
          <p:cNvSpPr>
            <a:spLocks noChangeShapeType="1"/>
          </p:cNvSpPr>
          <p:nvPr/>
        </p:nvSpPr>
        <p:spPr bwMode="auto">
          <a:xfrm rot="5400000">
            <a:off x="507206" y="1740694"/>
            <a:ext cx="43338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0494" name="Line 28"/>
          <p:cNvSpPr>
            <a:spLocks noChangeShapeType="1"/>
          </p:cNvSpPr>
          <p:nvPr/>
        </p:nvSpPr>
        <p:spPr bwMode="auto">
          <a:xfrm rot="5400000">
            <a:off x="508000" y="2279651"/>
            <a:ext cx="4286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0495" name="Line 29"/>
          <p:cNvSpPr>
            <a:spLocks noChangeShapeType="1"/>
          </p:cNvSpPr>
          <p:nvPr/>
        </p:nvSpPr>
        <p:spPr bwMode="auto">
          <a:xfrm rot="10800000">
            <a:off x="1346200" y="1520825"/>
            <a:ext cx="106203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0496" name="Rectangle 30"/>
          <p:cNvSpPr>
            <a:spLocks noChangeArrowheads="1"/>
          </p:cNvSpPr>
          <p:nvPr/>
        </p:nvSpPr>
        <p:spPr bwMode="auto">
          <a:xfrm>
            <a:off x="1366838" y="1739900"/>
            <a:ext cx="336550" cy="3667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GB" sz="1800" b="0">
                <a:solidFill>
                  <a:schemeClr val="tx1"/>
                </a:solidFill>
              </a:rPr>
              <a:t>S</a:t>
            </a:r>
            <a:endParaRPr lang="en-GB" sz="1800" b="0" baseline="-25000">
              <a:solidFill>
                <a:schemeClr val="tx1"/>
              </a:solidFill>
            </a:endParaRPr>
          </a:p>
        </p:txBody>
      </p:sp>
      <p:sp>
        <p:nvSpPr>
          <p:cNvPr id="20497" name="Freeform 31"/>
          <p:cNvSpPr>
            <a:spLocks/>
          </p:cNvSpPr>
          <p:nvPr/>
        </p:nvSpPr>
        <p:spPr bwMode="auto">
          <a:xfrm>
            <a:off x="3475038" y="1433513"/>
            <a:ext cx="534987" cy="206375"/>
          </a:xfrm>
          <a:custGeom>
            <a:avLst/>
            <a:gdLst>
              <a:gd name="T0" fmla="*/ 0 w 153"/>
              <a:gd name="T1" fmla="*/ 0 h 234"/>
              <a:gd name="T2" fmla="*/ 2147483647 w 153"/>
              <a:gd name="T3" fmla="*/ 0 h 234"/>
              <a:gd name="T4" fmla="*/ 2147483647 w 153"/>
              <a:gd name="T5" fmla="*/ 2147483647 h 234"/>
              <a:gd name="T6" fmla="*/ 0 60000 65536"/>
              <a:gd name="T7" fmla="*/ 0 60000 65536"/>
              <a:gd name="T8" fmla="*/ 0 60000 65536"/>
              <a:gd name="T9" fmla="*/ 0 w 153"/>
              <a:gd name="T10" fmla="*/ 0 h 234"/>
              <a:gd name="T11" fmla="*/ 153 w 153"/>
              <a:gd name="T12" fmla="*/ 234 h 23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53" h="234">
                <a:moveTo>
                  <a:pt x="0" y="0"/>
                </a:moveTo>
                <a:lnTo>
                  <a:pt x="153" y="0"/>
                </a:lnTo>
                <a:lnTo>
                  <a:pt x="153" y="234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s-ES"/>
          </a:p>
        </p:txBody>
      </p:sp>
      <p:sp>
        <p:nvSpPr>
          <p:cNvPr id="20498" name="Text Box 32"/>
          <p:cNvSpPr txBox="1">
            <a:spLocks noChangeArrowheads="1"/>
          </p:cNvSpPr>
          <p:nvPr/>
        </p:nvSpPr>
        <p:spPr bwMode="auto">
          <a:xfrm>
            <a:off x="3546475" y="1066800"/>
            <a:ext cx="3873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GB" sz="1800">
                <a:solidFill>
                  <a:schemeClr val="tx1"/>
                </a:solidFill>
              </a:rPr>
              <a:t>i</a:t>
            </a:r>
            <a:r>
              <a:rPr lang="en-GB" sz="1800" baseline="-25000">
                <a:solidFill>
                  <a:schemeClr val="tx1"/>
                </a:solidFill>
              </a:rPr>
              <a:t>O</a:t>
            </a:r>
          </a:p>
        </p:txBody>
      </p:sp>
      <p:sp>
        <p:nvSpPr>
          <p:cNvPr id="20499" name="Line 35"/>
          <p:cNvSpPr>
            <a:spLocks noChangeShapeType="1"/>
          </p:cNvSpPr>
          <p:nvPr/>
        </p:nvSpPr>
        <p:spPr bwMode="auto">
          <a:xfrm rot="10800000" flipH="1">
            <a:off x="3167063" y="1524000"/>
            <a:ext cx="0" cy="40798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0500" name="Line 36"/>
          <p:cNvSpPr>
            <a:spLocks noChangeShapeType="1"/>
          </p:cNvSpPr>
          <p:nvPr/>
        </p:nvSpPr>
        <p:spPr bwMode="auto">
          <a:xfrm>
            <a:off x="3165475" y="2006600"/>
            <a:ext cx="0" cy="4794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grpSp>
        <p:nvGrpSpPr>
          <p:cNvPr id="6" name="Group 37"/>
          <p:cNvGrpSpPr>
            <a:grpSpLocks/>
          </p:cNvGrpSpPr>
          <p:nvPr/>
        </p:nvGrpSpPr>
        <p:grpSpPr bwMode="auto">
          <a:xfrm>
            <a:off x="3038475" y="1933575"/>
            <a:ext cx="252413" cy="74613"/>
            <a:chOff x="1530" y="2848"/>
            <a:chExt cx="125" cy="47"/>
          </a:xfrm>
        </p:grpSpPr>
        <p:sp>
          <p:nvSpPr>
            <p:cNvPr id="20691" name="Line 38"/>
            <p:cNvSpPr>
              <a:spLocks noChangeShapeType="1"/>
            </p:cNvSpPr>
            <p:nvPr/>
          </p:nvSpPr>
          <p:spPr bwMode="auto">
            <a:xfrm>
              <a:off x="1530" y="2848"/>
              <a:ext cx="12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692" name="Line 39"/>
            <p:cNvSpPr>
              <a:spLocks noChangeShapeType="1"/>
            </p:cNvSpPr>
            <p:nvPr/>
          </p:nvSpPr>
          <p:spPr bwMode="auto">
            <a:xfrm>
              <a:off x="1530" y="2895"/>
              <a:ext cx="12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40"/>
          <p:cNvGrpSpPr>
            <a:grpSpLocks/>
          </p:cNvGrpSpPr>
          <p:nvPr/>
        </p:nvGrpSpPr>
        <p:grpSpPr bwMode="auto">
          <a:xfrm>
            <a:off x="2416175" y="1417638"/>
            <a:ext cx="482600" cy="188912"/>
            <a:chOff x="1793" y="897"/>
            <a:chExt cx="304" cy="119"/>
          </a:xfrm>
        </p:grpSpPr>
        <p:sp>
          <p:nvSpPr>
            <p:cNvPr id="20684" name="Arc 41"/>
            <p:cNvSpPr>
              <a:spLocks/>
            </p:cNvSpPr>
            <p:nvPr/>
          </p:nvSpPr>
          <p:spPr bwMode="auto">
            <a:xfrm rot="5400000" flipH="1">
              <a:off x="1876" y="884"/>
              <a:ext cx="74" cy="101"/>
            </a:xfrm>
            <a:custGeom>
              <a:avLst/>
              <a:gdLst>
                <a:gd name="T0" fmla="*/ 0 w 21600"/>
                <a:gd name="T1" fmla="*/ 0 h 43099"/>
                <a:gd name="T2" fmla="*/ 0 w 21600"/>
                <a:gd name="T3" fmla="*/ 0 h 43099"/>
                <a:gd name="T4" fmla="*/ 0 w 21600"/>
                <a:gd name="T5" fmla="*/ 0 h 43099"/>
                <a:gd name="T6" fmla="*/ 0 60000 65536"/>
                <a:gd name="T7" fmla="*/ 0 60000 65536"/>
                <a:gd name="T8" fmla="*/ 0 60000 65536"/>
                <a:gd name="T9" fmla="*/ 0 w 21600"/>
                <a:gd name="T10" fmla="*/ 0 h 43099"/>
                <a:gd name="T11" fmla="*/ 21600 w 21600"/>
                <a:gd name="T12" fmla="*/ 43099 h 4309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43099" fill="none" extrusionOk="0">
                  <a:moveTo>
                    <a:pt x="1802" y="0"/>
                  </a:moveTo>
                  <a:cubicBezTo>
                    <a:pt x="12994" y="937"/>
                    <a:pt x="21600" y="10294"/>
                    <a:pt x="21600" y="21525"/>
                  </a:cubicBezTo>
                  <a:cubicBezTo>
                    <a:pt x="21600" y="33043"/>
                    <a:pt x="12561" y="42535"/>
                    <a:pt x="1057" y="43099"/>
                  </a:cubicBezTo>
                </a:path>
                <a:path w="21600" h="43099" stroke="0" extrusionOk="0">
                  <a:moveTo>
                    <a:pt x="1802" y="0"/>
                  </a:moveTo>
                  <a:cubicBezTo>
                    <a:pt x="12994" y="937"/>
                    <a:pt x="21600" y="10294"/>
                    <a:pt x="21600" y="21525"/>
                  </a:cubicBezTo>
                  <a:cubicBezTo>
                    <a:pt x="21600" y="33043"/>
                    <a:pt x="12561" y="42535"/>
                    <a:pt x="1057" y="43099"/>
                  </a:cubicBezTo>
                  <a:lnTo>
                    <a:pt x="0" y="21525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20685" name="Arc 42"/>
            <p:cNvSpPr>
              <a:spLocks/>
            </p:cNvSpPr>
            <p:nvPr/>
          </p:nvSpPr>
          <p:spPr bwMode="auto">
            <a:xfrm rot="5400000">
              <a:off x="1855" y="974"/>
              <a:ext cx="49" cy="33"/>
            </a:xfrm>
            <a:custGeom>
              <a:avLst/>
              <a:gdLst>
                <a:gd name="T0" fmla="*/ 0 w 21600"/>
                <a:gd name="T1" fmla="*/ 0 h 43174"/>
                <a:gd name="T2" fmla="*/ 0 w 21600"/>
                <a:gd name="T3" fmla="*/ 0 h 43174"/>
                <a:gd name="T4" fmla="*/ 0 w 21600"/>
                <a:gd name="T5" fmla="*/ 0 h 43174"/>
                <a:gd name="T6" fmla="*/ 0 60000 65536"/>
                <a:gd name="T7" fmla="*/ 0 60000 65536"/>
                <a:gd name="T8" fmla="*/ 0 60000 65536"/>
                <a:gd name="T9" fmla="*/ 0 w 21600"/>
                <a:gd name="T10" fmla="*/ 0 h 43174"/>
                <a:gd name="T11" fmla="*/ 21600 w 21600"/>
                <a:gd name="T12" fmla="*/ 43174 h 4317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43174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118"/>
                    <a:pt x="12561" y="42610"/>
                    <a:pt x="1057" y="43174"/>
                  </a:cubicBezTo>
                </a:path>
                <a:path w="21600" h="43174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118"/>
                    <a:pt x="12561" y="42610"/>
                    <a:pt x="1057" y="43174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20686" name="Arc 43"/>
            <p:cNvSpPr>
              <a:spLocks/>
            </p:cNvSpPr>
            <p:nvPr/>
          </p:nvSpPr>
          <p:spPr bwMode="auto">
            <a:xfrm rot="5400000" flipH="1">
              <a:off x="1801" y="889"/>
              <a:ext cx="88" cy="103"/>
            </a:xfrm>
            <a:custGeom>
              <a:avLst/>
              <a:gdLst>
                <a:gd name="T0" fmla="*/ 0 w 21600"/>
                <a:gd name="T1" fmla="*/ 0 h 42611"/>
                <a:gd name="T2" fmla="*/ 0 w 21600"/>
                <a:gd name="T3" fmla="*/ 0 h 42611"/>
                <a:gd name="T4" fmla="*/ 0 w 21600"/>
                <a:gd name="T5" fmla="*/ 0 h 42611"/>
                <a:gd name="T6" fmla="*/ 0 60000 65536"/>
                <a:gd name="T7" fmla="*/ 0 60000 65536"/>
                <a:gd name="T8" fmla="*/ 0 60000 65536"/>
                <a:gd name="T9" fmla="*/ 0 w 21600"/>
                <a:gd name="T10" fmla="*/ 0 h 42611"/>
                <a:gd name="T11" fmla="*/ 21600 w 21600"/>
                <a:gd name="T12" fmla="*/ 42611 h 4261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42611" fill="none" extrusionOk="0">
                  <a:moveTo>
                    <a:pt x="3562" y="-1"/>
                  </a:moveTo>
                  <a:cubicBezTo>
                    <a:pt x="13972" y="1740"/>
                    <a:pt x="21600" y="10749"/>
                    <a:pt x="21600" y="21304"/>
                  </a:cubicBezTo>
                  <a:cubicBezTo>
                    <a:pt x="21600" y="31864"/>
                    <a:pt x="13963" y="40877"/>
                    <a:pt x="3545" y="42610"/>
                  </a:cubicBezTo>
                </a:path>
                <a:path w="21600" h="42611" stroke="0" extrusionOk="0">
                  <a:moveTo>
                    <a:pt x="3562" y="-1"/>
                  </a:moveTo>
                  <a:cubicBezTo>
                    <a:pt x="13972" y="1740"/>
                    <a:pt x="21600" y="10749"/>
                    <a:pt x="21600" y="21304"/>
                  </a:cubicBezTo>
                  <a:cubicBezTo>
                    <a:pt x="21600" y="31864"/>
                    <a:pt x="13963" y="40877"/>
                    <a:pt x="3545" y="42610"/>
                  </a:cubicBezTo>
                  <a:lnTo>
                    <a:pt x="0" y="21304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20687" name="Arc 44"/>
            <p:cNvSpPr>
              <a:spLocks/>
            </p:cNvSpPr>
            <p:nvPr/>
          </p:nvSpPr>
          <p:spPr bwMode="auto">
            <a:xfrm rot="5400000">
              <a:off x="1922" y="973"/>
              <a:ext cx="49" cy="33"/>
            </a:xfrm>
            <a:custGeom>
              <a:avLst/>
              <a:gdLst>
                <a:gd name="T0" fmla="*/ 0 w 21600"/>
                <a:gd name="T1" fmla="*/ 0 h 43174"/>
                <a:gd name="T2" fmla="*/ 0 w 21600"/>
                <a:gd name="T3" fmla="*/ 0 h 43174"/>
                <a:gd name="T4" fmla="*/ 0 w 21600"/>
                <a:gd name="T5" fmla="*/ 0 h 43174"/>
                <a:gd name="T6" fmla="*/ 0 60000 65536"/>
                <a:gd name="T7" fmla="*/ 0 60000 65536"/>
                <a:gd name="T8" fmla="*/ 0 60000 65536"/>
                <a:gd name="T9" fmla="*/ 0 w 21600"/>
                <a:gd name="T10" fmla="*/ 0 h 43174"/>
                <a:gd name="T11" fmla="*/ 21600 w 21600"/>
                <a:gd name="T12" fmla="*/ 43174 h 4317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43174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118"/>
                    <a:pt x="12561" y="42610"/>
                    <a:pt x="1057" y="43174"/>
                  </a:cubicBezTo>
                </a:path>
                <a:path w="21600" h="43174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118"/>
                    <a:pt x="12561" y="42610"/>
                    <a:pt x="1057" y="43174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20688" name="Arc 45"/>
            <p:cNvSpPr>
              <a:spLocks/>
            </p:cNvSpPr>
            <p:nvPr/>
          </p:nvSpPr>
          <p:spPr bwMode="auto">
            <a:xfrm rot="5400000" flipH="1">
              <a:off x="1943" y="885"/>
              <a:ext cx="74" cy="101"/>
            </a:xfrm>
            <a:custGeom>
              <a:avLst/>
              <a:gdLst>
                <a:gd name="T0" fmla="*/ 0 w 21600"/>
                <a:gd name="T1" fmla="*/ 0 h 43099"/>
                <a:gd name="T2" fmla="*/ 0 w 21600"/>
                <a:gd name="T3" fmla="*/ 0 h 43099"/>
                <a:gd name="T4" fmla="*/ 0 w 21600"/>
                <a:gd name="T5" fmla="*/ 0 h 43099"/>
                <a:gd name="T6" fmla="*/ 0 60000 65536"/>
                <a:gd name="T7" fmla="*/ 0 60000 65536"/>
                <a:gd name="T8" fmla="*/ 0 60000 65536"/>
                <a:gd name="T9" fmla="*/ 0 w 21600"/>
                <a:gd name="T10" fmla="*/ 0 h 43099"/>
                <a:gd name="T11" fmla="*/ 21600 w 21600"/>
                <a:gd name="T12" fmla="*/ 43099 h 4309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43099" fill="none" extrusionOk="0">
                  <a:moveTo>
                    <a:pt x="1802" y="0"/>
                  </a:moveTo>
                  <a:cubicBezTo>
                    <a:pt x="12994" y="937"/>
                    <a:pt x="21600" y="10294"/>
                    <a:pt x="21600" y="21525"/>
                  </a:cubicBezTo>
                  <a:cubicBezTo>
                    <a:pt x="21600" y="33043"/>
                    <a:pt x="12561" y="42535"/>
                    <a:pt x="1057" y="43099"/>
                  </a:cubicBezTo>
                </a:path>
                <a:path w="21600" h="43099" stroke="0" extrusionOk="0">
                  <a:moveTo>
                    <a:pt x="1802" y="0"/>
                  </a:moveTo>
                  <a:cubicBezTo>
                    <a:pt x="12994" y="937"/>
                    <a:pt x="21600" y="10294"/>
                    <a:pt x="21600" y="21525"/>
                  </a:cubicBezTo>
                  <a:cubicBezTo>
                    <a:pt x="21600" y="33043"/>
                    <a:pt x="12561" y="42535"/>
                    <a:pt x="1057" y="43099"/>
                  </a:cubicBezTo>
                  <a:lnTo>
                    <a:pt x="0" y="21525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20689" name="Arc 46"/>
            <p:cNvSpPr>
              <a:spLocks/>
            </p:cNvSpPr>
            <p:nvPr/>
          </p:nvSpPr>
          <p:spPr bwMode="auto">
            <a:xfrm rot="5400000">
              <a:off x="1989" y="975"/>
              <a:ext cx="49" cy="33"/>
            </a:xfrm>
            <a:custGeom>
              <a:avLst/>
              <a:gdLst>
                <a:gd name="T0" fmla="*/ 0 w 21600"/>
                <a:gd name="T1" fmla="*/ 0 h 43174"/>
                <a:gd name="T2" fmla="*/ 0 w 21600"/>
                <a:gd name="T3" fmla="*/ 0 h 43174"/>
                <a:gd name="T4" fmla="*/ 0 w 21600"/>
                <a:gd name="T5" fmla="*/ 0 h 43174"/>
                <a:gd name="T6" fmla="*/ 0 60000 65536"/>
                <a:gd name="T7" fmla="*/ 0 60000 65536"/>
                <a:gd name="T8" fmla="*/ 0 60000 65536"/>
                <a:gd name="T9" fmla="*/ 0 w 21600"/>
                <a:gd name="T10" fmla="*/ 0 h 43174"/>
                <a:gd name="T11" fmla="*/ 21600 w 21600"/>
                <a:gd name="T12" fmla="*/ 43174 h 4317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43174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118"/>
                    <a:pt x="12561" y="42610"/>
                    <a:pt x="1057" y="43174"/>
                  </a:cubicBezTo>
                </a:path>
                <a:path w="21600" h="43174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118"/>
                    <a:pt x="12561" y="42610"/>
                    <a:pt x="1057" y="43174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20690" name="Arc 47"/>
            <p:cNvSpPr>
              <a:spLocks/>
            </p:cNvSpPr>
            <p:nvPr/>
          </p:nvSpPr>
          <p:spPr bwMode="auto">
            <a:xfrm rot="5400000" flipH="1">
              <a:off x="2010" y="885"/>
              <a:ext cx="74" cy="101"/>
            </a:xfrm>
            <a:custGeom>
              <a:avLst/>
              <a:gdLst>
                <a:gd name="T0" fmla="*/ 0 w 21600"/>
                <a:gd name="T1" fmla="*/ 0 h 43099"/>
                <a:gd name="T2" fmla="*/ 0 w 21600"/>
                <a:gd name="T3" fmla="*/ 0 h 43099"/>
                <a:gd name="T4" fmla="*/ 0 w 21600"/>
                <a:gd name="T5" fmla="*/ 0 h 43099"/>
                <a:gd name="T6" fmla="*/ 0 60000 65536"/>
                <a:gd name="T7" fmla="*/ 0 60000 65536"/>
                <a:gd name="T8" fmla="*/ 0 60000 65536"/>
                <a:gd name="T9" fmla="*/ 0 w 21600"/>
                <a:gd name="T10" fmla="*/ 0 h 43099"/>
                <a:gd name="T11" fmla="*/ 21600 w 21600"/>
                <a:gd name="T12" fmla="*/ 43099 h 4309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43099" fill="none" extrusionOk="0">
                  <a:moveTo>
                    <a:pt x="1802" y="0"/>
                  </a:moveTo>
                  <a:cubicBezTo>
                    <a:pt x="12994" y="937"/>
                    <a:pt x="21600" y="10294"/>
                    <a:pt x="21600" y="21525"/>
                  </a:cubicBezTo>
                  <a:cubicBezTo>
                    <a:pt x="21600" y="33043"/>
                    <a:pt x="12561" y="42535"/>
                    <a:pt x="1057" y="43099"/>
                  </a:cubicBezTo>
                </a:path>
                <a:path w="21600" h="43099" stroke="0" extrusionOk="0">
                  <a:moveTo>
                    <a:pt x="1802" y="0"/>
                  </a:moveTo>
                  <a:cubicBezTo>
                    <a:pt x="12994" y="937"/>
                    <a:pt x="21600" y="10294"/>
                    <a:pt x="21600" y="21525"/>
                  </a:cubicBezTo>
                  <a:cubicBezTo>
                    <a:pt x="21600" y="33043"/>
                    <a:pt x="12561" y="42535"/>
                    <a:pt x="1057" y="43099"/>
                  </a:cubicBezTo>
                  <a:lnTo>
                    <a:pt x="0" y="21525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s-ES"/>
            </a:p>
          </p:txBody>
        </p:sp>
      </p:grpSp>
      <p:sp>
        <p:nvSpPr>
          <p:cNvPr id="20503" name="Line 48"/>
          <p:cNvSpPr>
            <a:spLocks noChangeShapeType="1"/>
          </p:cNvSpPr>
          <p:nvPr/>
        </p:nvSpPr>
        <p:spPr bwMode="auto">
          <a:xfrm rot="10800000">
            <a:off x="2894013" y="1525588"/>
            <a:ext cx="103187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0504" name="Text Box 49"/>
          <p:cNvSpPr txBox="1">
            <a:spLocks noChangeArrowheads="1"/>
          </p:cNvSpPr>
          <p:nvPr/>
        </p:nvSpPr>
        <p:spPr bwMode="auto">
          <a:xfrm>
            <a:off x="1927225" y="1068388"/>
            <a:ext cx="38417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en-GB" sz="1800">
                <a:solidFill>
                  <a:schemeClr val="tx1"/>
                </a:solidFill>
              </a:rPr>
              <a:t>i</a:t>
            </a:r>
            <a:r>
              <a:rPr lang="en-GB" sz="1800" baseline="-25000">
                <a:solidFill>
                  <a:schemeClr val="tx1"/>
                </a:solidFill>
              </a:rPr>
              <a:t>L</a:t>
            </a:r>
          </a:p>
        </p:txBody>
      </p:sp>
      <p:sp>
        <p:nvSpPr>
          <p:cNvPr id="20505" name="Text Box 50"/>
          <p:cNvSpPr txBox="1">
            <a:spLocks noChangeArrowheads="1"/>
          </p:cNvSpPr>
          <p:nvPr/>
        </p:nvSpPr>
        <p:spPr bwMode="auto">
          <a:xfrm>
            <a:off x="3175000" y="1574800"/>
            <a:ext cx="3492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lang="en-GB" sz="1800" b="0">
                <a:solidFill>
                  <a:schemeClr val="tx1"/>
                </a:solidFill>
              </a:rPr>
              <a:t>C</a:t>
            </a:r>
            <a:endParaRPr lang="en-GB" sz="1800" b="0" baseline="-25000">
              <a:solidFill>
                <a:schemeClr val="tx1"/>
              </a:solidFill>
            </a:endParaRPr>
          </a:p>
        </p:txBody>
      </p:sp>
      <p:sp>
        <p:nvSpPr>
          <p:cNvPr id="20506" name="Text Box 51"/>
          <p:cNvSpPr txBox="1">
            <a:spLocks noChangeArrowheads="1"/>
          </p:cNvSpPr>
          <p:nvPr/>
        </p:nvSpPr>
        <p:spPr bwMode="auto">
          <a:xfrm>
            <a:off x="2638425" y="1550988"/>
            <a:ext cx="311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lang="en-GB" sz="1800" b="0">
                <a:solidFill>
                  <a:schemeClr val="tx1"/>
                </a:solidFill>
              </a:rPr>
              <a:t>L</a:t>
            </a:r>
            <a:endParaRPr lang="en-GB" sz="1800" b="0" baseline="-25000">
              <a:solidFill>
                <a:schemeClr val="tx1"/>
              </a:solidFill>
            </a:endParaRPr>
          </a:p>
        </p:txBody>
      </p:sp>
      <p:sp>
        <p:nvSpPr>
          <p:cNvPr id="20507" name="Line 52"/>
          <p:cNvSpPr>
            <a:spLocks noChangeShapeType="1"/>
          </p:cNvSpPr>
          <p:nvPr/>
        </p:nvSpPr>
        <p:spPr bwMode="auto">
          <a:xfrm rot="10800000" flipH="1">
            <a:off x="2032000" y="1522413"/>
            <a:ext cx="0" cy="40798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0508" name="Line 53"/>
          <p:cNvSpPr>
            <a:spLocks noChangeShapeType="1"/>
          </p:cNvSpPr>
          <p:nvPr/>
        </p:nvSpPr>
        <p:spPr bwMode="auto">
          <a:xfrm>
            <a:off x="2030413" y="2109788"/>
            <a:ext cx="0" cy="3746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0509" name="Rectangle 55"/>
          <p:cNvSpPr>
            <a:spLocks noChangeArrowheads="1"/>
          </p:cNvSpPr>
          <p:nvPr/>
        </p:nvSpPr>
        <p:spPr bwMode="auto">
          <a:xfrm>
            <a:off x="1735138" y="2079625"/>
            <a:ext cx="349250" cy="3667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GB" sz="1800" b="0">
                <a:solidFill>
                  <a:schemeClr val="tx1"/>
                </a:solidFill>
              </a:rPr>
              <a:t>D</a:t>
            </a:r>
            <a:endParaRPr lang="en-GB" sz="1800" b="0" baseline="-25000">
              <a:solidFill>
                <a:schemeClr val="tx1"/>
              </a:solidFill>
            </a:endParaRPr>
          </a:p>
        </p:txBody>
      </p:sp>
      <p:sp>
        <p:nvSpPr>
          <p:cNvPr id="20510" name="Text Box 56"/>
          <p:cNvSpPr txBox="1">
            <a:spLocks noChangeArrowheads="1"/>
          </p:cNvSpPr>
          <p:nvPr/>
        </p:nvSpPr>
        <p:spPr bwMode="auto">
          <a:xfrm>
            <a:off x="2082800" y="1795463"/>
            <a:ext cx="50323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GB" sz="1800" b="0">
                <a:solidFill>
                  <a:schemeClr val="tx1"/>
                </a:solidFill>
              </a:rPr>
              <a:t>v</a:t>
            </a:r>
            <a:r>
              <a:rPr lang="en-GB" sz="1800" b="0" baseline="-2500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20511" name="Text Box 57"/>
          <p:cNvSpPr txBox="1">
            <a:spLocks noChangeArrowheads="1"/>
          </p:cNvSpPr>
          <p:nvPr/>
        </p:nvSpPr>
        <p:spPr bwMode="auto">
          <a:xfrm>
            <a:off x="2012950" y="1608138"/>
            <a:ext cx="3746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GB" sz="1800" b="0">
                <a:solidFill>
                  <a:schemeClr val="tx1"/>
                </a:solidFill>
              </a:rPr>
              <a:t>+</a:t>
            </a:r>
            <a:endParaRPr lang="en-GB" sz="1800" b="0" baseline="-25000">
              <a:solidFill>
                <a:schemeClr val="tx1"/>
              </a:solidFill>
            </a:endParaRPr>
          </a:p>
        </p:txBody>
      </p:sp>
      <p:sp>
        <p:nvSpPr>
          <p:cNvPr id="20512" name="Text Box 58"/>
          <p:cNvSpPr txBox="1">
            <a:spLocks noChangeArrowheads="1"/>
          </p:cNvSpPr>
          <p:nvPr/>
        </p:nvSpPr>
        <p:spPr bwMode="auto">
          <a:xfrm>
            <a:off x="2036763" y="2025650"/>
            <a:ext cx="3746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GB" sz="1800" b="0">
                <a:solidFill>
                  <a:schemeClr val="tx1"/>
                </a:solidFill>
              </a:rPr>
              <a:t>-</a:t>
            </a:r>
            <a:endParaRPr lang="en-GB" sz="1800" b="0" baseline="-25000">
              <a:solidFill>
                <a:schemeClr val="tx1"/>
              </a:solidFill>
            </a:endParaRPr>
          </a:p>
        </p:txBody>
      </p:sp>
      <p:sp>
        <p:nvSpPr>
          <p:cNvPr id="20513" name="Text Box 59"/>
          <p:cNvSpPr txBox="1">
            <a:spLocks noChangeArrowheads="1"/>
          </p:cNvSpPr>
          <p:nvPr/>
        </p:nvSpPr>
        <p:spPr bwMode="auto">
          <a:xfrm>
            <a:off x="3886200" y="1592263"/>
            <a:ext cx="3746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GB" sz="1800" b="0">
                <a:solidFill>
                  <a:schemeClr val="tx1"/>
                </a:solidFill>
              </a:rPr>
              <a:t>+</a:t>
            </a:r>
            <a:endParaRPr lang="en-GB" sz="1800" b="0" baseline="-25000">
              <a:solidFill>
                <a:schemeClr val="tx1"/>
              </a:solidFill>
            </a:endParaRPr>
          </a:p>
        </p:txBody>
      </p:sp>
      <p:sp>
        <p:nvSpPr>
          <p:cNvPr id="20514" name="Text Box 60"/>
          <p:cNvSpPr txBox="1">
            <a:spLocks noChangeArrowheads="1"/>
          </p:cNvSpPr>
          <p:nvPr/>
        </p:nvSpPr>
        <p:spPr bwMode="auto">
          <a:xfrm>
            <a:off x="3886200" y="2014538"/>
            <a:ext cx="3746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GB" sz="1800" b="0">
                <a:solidFill>
                  <a:schemeClr val="tx1"/>
                </a:solidFill>
              </a:rPr>
              <a:t>-</a:t>
            </a:r>
            <a:endParaRPr lang="en-GB" sz="1800" b="0" baseline="-25000">
              <a:solidFill>
                <a:schemeClr val="tx1"/>
              </a:solidFill>
            </a:endParaRPr>
          </a:p>
        </p:txBody>
      </p:sp>
      <p:sp>
        <p:nvSpPr>
          <p:cNvPr id="20515" name="Freeform 61"/>
          <p:cNvSpPr>
            <a:spLocks/>
          </p:cNvSpPr>
          <p:nvPr/>
        </p:nvSpPr>
        <p:spPr bwMode="auto">
          <a:xfrm rot="-5400000">
            <a:off x="965994" y="1574006"/>
            <a:ext cx="212725" cy="106363"/>
          </a:xfrm>
          <a:custGeom>
            <a:avLst/>
            <a:gdLst>
              <a:gd name="T0" fmla="*/ 0 w 244"/>
              <a:gd name="T1" fmla="*/ 2147483647 h 296"/>
              <a:gd name="T2" fmla="*/ 2147483647 w 244"/>
              <a:gd name="T3" fmla="*/ 2147483647 h 296"/>
              <a:gd name="T4" fmla="*/ 2147483647 w 244"/>
              <a:gd name="T5" fmla="*/ 0 h 296"/>
              <a:gd name="T6" fmla="*/ 0 60000 65536"/>
              <a:gd name="T7" fmla="*/ 0 60000 65536"/>
              <a:gd name="T8" fmla="*/ 0 60000 65536"/>
              <a:gd name="T9" fmla="*/ 0 w 244"/>
              <a:gd name="T10" fmla="*/ 0 h 296"/>
              <a:gd name="T11" fmla="*/ 244 w 244"/>
              <a:gd name="T12" fmla="*/ 296 h 29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44" h="296">
                <a:moveTo>
                  <a:pt x="0" y="296"/>
                </a:moveTo>
                <a:lnTo>
                  <a:pt x="244" y="296"/>
                </a:lnTo>
                <a:lnTo>
                  <a:pt x="244" y="0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s-ES"/>
          </a:p>
        </p:txBody>
      </p:sp>
      <p:sp>
        <p:nvSpPr>
          <p:cNvPr id="20516" name="Freeform 62"/>
          <p:cNvSpPr>
            <a:spLocks/>
          </p:cNvSpPr>
          <p:nvPr/>
        </p:nvSpPr>
        <p:spPr bwMode="auto">
          <a:xfrm rot="16200000" flipV="1">
            <a:off x="1337469" y="1558131"/>
            <a:ext cx="222250" cy="147638"/>
          </a:xfrm>
          <a:custGeom>
            <a:avLst/>
            <a:gdLst>
              <a:gd name="T0" fmla="*/ 0 w 244"/>
              <a:gd name="T1" fmla="*/ 2147483647 h 296"/>
              <a:gd name="T2" fmla="*/ 2147483647 w 244"/>
              <a:gd name="T3" fmla="*/ 2147483647 h 296"/>
              <a:gd name="T4" fmla="*/ 2147483647 w 244"/>
              <a:gd name="T5" fmla="*/ 0 h 296"/>
              <a:gd name="T6" fmla="*/ 0 60000 65536"/>
              <a:gd name="T7" fmla="*/ 0 60000 65536"/>
              <a:gd name="T8" fmla="*/ 0 60000 65536"/>
              <a:gd name="T9" fmla="*/ 0 w 244"/>
              <a:gd name="T10" fmla="*/ 0 h 296"/>
              <a:gd name="T11" fmla="*/ 244 w 244"/>
              <a:gd name="T12" fmla="*/ 296 h 29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44" h="296">
                <a:moveTo>
                  <a:pt x="0" y="296"/>
                </a:moveTo>
                <a:lnTo>
                  <a:pt x="244" y="296"/>
                </a:lnTo>
                <a:lnTo>
                  <a:pt x="244" y="0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s-ES"/>
          </a:p>
        </p:txBody>
      </p:sp>
      <p:sp>
        <p:nvSpPr>
          <p:cNvPr id="20517" name="Line 63"/>
          <p:cNvSpPr>
            <a:spLocks noChangeShapeType="1"/>
          </p:cNvSpPr>
          <p:nvPr/>
        </p:nvSpPr>
        <p:spPr bwMode="auto">
          <a:xfrm rot="10800000">
            <a:off x="1244600" y="1517650"/>
            <a:ext cx="0" cy="21748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518" name="Line 64"/>
          <p:cNvSpPr>
            <a:spLocks noChangeShapeType="1"/>
          </p:cNvSpPr>
          <p:nvPr/>
        </p:nvSpPr>
        <p:spPr bwMode="auto">
          <a:xfrm rot="-5400000">
            <a:off x="1379538" y="1703387"/>
            <a:ext cx="0" cy="857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519" name="Freeform 65"/>
          <p:cNvSpPr>
            <a:spLocks/>
          </p:cNvSpPr>
          <p:nvPr/>
        </p:nvSpPr>
        <p:spPr bwMode="auto">
          <a:xfrm rot="-5400000">
            <a:off x="1122363" y="1774825"/>
            <a:ext cx="254000" cy="339725"/>
          </a:xfrm>
          <a:custGeom>
            <a:avLst/>
            <a:gdLst>
              <a:gd name="T0" fmla="*/ 2147483647 w 372"/>
              <a:gd name="T1" fmla="*/ 0 h 456"/>
              <a:gd name="T2" fmla="*/ 2147483647 w 372"/>
              <a:gd name="T3" fmla="*/ 2147483647 h 456"/>
              <a:gd name="T4" fmla="*/ 0 w 372"/>
              <a:gd name="T5" fmla="*/ 2147483647 h 456"/>
              <a:gd name="T6" fmla="*/ 0 60000 65536"/>
              <a:gd name="T7" fmla="*/ 0 60000 65536"/>
              <a:gd name="T8" fmla="*/ 0 60000 65536"/>
              <a:gd name="T9" fmla="*/ 0 w 372"/>
              <a:gd name="T10" fmla="*/ 0 h 456"/>
              <a:gd name="T11" fmla="*/ 372 w 372"/>
              <a:gd name="T12" fmla="*/ 456 h 45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72" h="456">
                <a:moveTo>
                  <a:pt x="372" y="0"/>
                </a:moveTo>
                <a:lnTo>
                  <a:pt x="372" y="456"/>
                </a:lnTo>
                <a:lnTo>
                  <a:pt x="0" y="456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s-ES"/>
          </a:p>
        </p:txBody>
      </p:sp>
      <p:sp>
        <p:nvSpPr>
          <p:cNvPr id="20520" name="Line 66"/>
          <p:cNvSpPr>
            <a:spLocks noChangeShapeType="1"/>
          </p:cNvSpPr>
          <p:nvPr/>
        </p:nvSpPr>
        <p:spPr bwMode="auto">
          <a:xfrm rot="5400000">
            <a:off x="1345407" y="1412081"/>
            <a:ext cx="0" cy="21748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521" name="Line 67"/>
          <p:cNvSpPr>
            <a:spLocks noChangeShapeType="1"/>
          </p:cNvSpPr>
          <p:nvPr/>
        </p:nvSpPr>
        <p:spPr bwMode="auto">
          <a:xfrm rot="-5400000">
            <a:off x="1249363" y="1703387"/>
            <a:ext cx="0" cy="857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522" name="Line 68"/>
          <p:cNvSpPr>
            <a:spLocks noChangeShapeType="1"/>
          </p:cNvSpPr>
          <p:nvPr/>
        </p:nvSpPr>
        <p:spPr bwMode="auto">
          <a:xfrm rot="-5400000">
            <a:off x="1125538" y="1703387"/>
            <a:ext cx="0" cy="857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523" name="Text Box 72"/>
          <p:cNvSpPr txBox="1">
            <a:spLocks noChangeArrowheads="1"/>
          </p:cNvSpPr>
          <p:nvPr/>
        </p:nvSpPr>
        <p:spPr bwMode="auto">
          <a:xfrm>
            <a:off x="1000125" y="1074738"/>
            <a:ext cx="50323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GB" sz="1800" b="0">
                <a:solidFill>
                  <a:schemeClr val="tx1"/>
                </a:solidFill>
              </a:rPr>
              <a:t>v</a:t>
            </a:r>
            <a:r>
              <a:rPr lang="en-GB" sz="1800" b="0" baseline="-25000">
                <a:solidFill>
                  <a:schemeClr val="tx1"/>
                </a:solidFill>
              </a:rPr>
              <a:t>S</a:t>
            </a:r>
          </a:p>
        </p:txBody>
      </p:sp>
      <p:sp>
        <p:nvSpPr>
          <p:cNvPr id="20524" name="Text Box 73"/>
          <p:cNvSpPr txBox="1">
            <a:spLocks noChangeArrowheads="1"/>
          </p:cNvSpPr>
          <p:nvPr/>
        </p:nvSpPr>
        <p:spPr bwMode="auto">
          <a:xfrm>
            <a:off x="854075" y="1230313"/>
            <a:ext cx="3746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GB" sz="1800" b="0">
                <a:solidFill>
                  <a:schemeClr val="tx1"/>
                </a:solidFill>
              </a:rPr>
              <a:t>+</a:t>
            </a:r>
            <a:endParaRPr lang="en-GB" sz="1800" b="0" baseline="-25000">
              <a:solidFill>
                <a:schemeClr val="tx1"/>
              </a:solidFill>
            </a:endParaRPr>
          </a:p>
        </p:txBody>
      </p:sp>
      <p:sp>
        <p:nvSpPr>
          <p:cNvPr id="20525" name="Text Box 74"/>
          <p:cNvSpPr txBox="1">
            <a:spLocks noChangeArrowheads="1"/>
          </p:cNvSpPr>
          <p:nvPr/>
        </p:nvSpPr>
        <p:spPr bwMode="auto">
          <a:xfrm>
            <a:off x="1254125" y="1204913"/>
            <a:ext cx="3746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GB" sz="1800" b="0">
                <a:solidFill>
                  <a:schemeClr val="tx1"/>
                </a:solidFill>
              </a:rPr>
              <a:t>-</a:t>
            </a:r>
            <a:endParaRPr lang="en-GB" sz="1800" b="0" baseline="-25000">
              <a:solidFill>
                <a:schemeClr val="tx1"/>
              </a:solidFill>
            </a:endParaRPr>
          </a:p>
        </p:txBody>
      </p:sp>
      <p:sp>
        <p:nvSpPr>
          <p:cNvPr id="20526" name="Line 75"/>
          <p:cNvSpPr>
            <a:spLocks noChangeShapeType="1"/>
          </p:cNvSpPr>
          <p:nvPr/>
        </p:nvSpPr>
        <p:spPr bwMode="auto">
          <a:xfrm>
            <a:off x="2098675" y="1450975"/>
            <a:ext cx="26987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0527" name="Rectangle 214"/>
          <p:cNvSpPr>
            <a:spLocks noChangeArrowheads="1"/>
          </p:cNvSpPr>
          <p:nvPr/>
        </p:nvSpPr>
        <p:spPr bwMode="auto">
          <a:xfrm>
            <a:off x="487363" y="95250"/>
            <a:ext cx="8474075" cy="3937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algn="ctr" defTabSz="762000" eaLnBrk="0" hangingPunct="0"/>
            <a:r>
              <a:rPr lang="en-GB" b="0">
                <a:solidFill>
                  <a:srgbClr val="000000"/>
                </a:solidFill>
              </a:rPr>
              <a:t>Steady-state analysis of the Buck converter in CCM (II)</a:t>
            </a:r>
          </a:p>
        </p:txBody>
      </p:sp>
      <p:sp>
        <p:nvSpPr>
          <p:cNvPr id="20528" name="Text Box 219"/>
          <p:cNvSpPr txBox="1">
            <a:spLocks noChangeArrowheads="1"/>
          </p:cNvSpPr>
          <p:nvPr/>
        </p:nvSpPr>
        <p:spPr bwMode="auto">
          <a:xfrm>
            <a:off x="2460625" y="1025525"/>
            <a:ext cx="5016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GB" sz="1800">
                <a:solidFill>
                  <a:schemeClr val="tx1"/>
                </a:solidFill>
              </a:rPr>
              <a:t>v</a:t>
            </a:r>
            <a:r>
              <a:rPr lang="en-GB" sz="1800" baseline="-25000">
                <a:solidFill>
                  <a:schemeClr val="tx1"/>
                </a:solidFill>
              </a:rPr>
              <a:t>L</a:t>
            </a:r>
          </a:p>
        </p:txBody>
      </p:sp>
      <p:sp>
        <p:nvSpPr>
          <p:cNvPr id="20529" name="Text Box 222"/>
          <p:cNvSpPr txBox="1">
            <a:spLocks noChangeArrowheads="1"/>
          </p:cNvSpPr>
          <p:nvPr/>
        </p:nvSpPr>
        <p:spPr bwMode="auto">
          <a:xfrm>
            <a:off x="2239963" y="1060450"/>
            <a:ext cx="3746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GB" sz="1800" b="0">
                <a:solidFill>
                  <a:schemeClr val="tx1"/>
                </a:solidFill>
              </a:rPr>
              <a:t>+</a:t>
            </a:r>
            <a:endParaRPr lang="en-GB" sz="1800" b="0" baseline="-25000">
              <a:solidFill>
                <a:schemeClr val="tx1"/>
              </a:solidFill>
            </a:endParaRPr>
          </a:p>
        </p:txBody>
      </p:sp>
      <p:sp>
        <p:nvSpPr>
          <p:cNvPr id="20530" name="Text Box 223"/>
          <p:cNvSpPr txBox="1">
            <a:spLocks noChangeArrowheads="1"/>
          </p:cNvSpPr>
          <p:nvPr/>
        </p:nvSpPr>
        <p:spPr bwMode="auto">
          <a:xfrm>
            <a:off x="2770188" y="1063625"/>
            <a:ext cx="3746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GB" sz="1800" b="0">
                <a:solidFill>
                  <a:schemeClr val="tx1"/>
                </a:solidFill>
              </a:rPr>
              <a:t>-</a:t>
            </a:r>
            <a:endParaRPr lang="en-GB" sz="1800" b="0" baseline="-25000">
              <a:solidFill>
                <a:schemeClr val="tx1"/>
              </a:solidFill>
            </a:endParaRPr>
          </a:p>
        </p:txBody>
      </p:sp>
      <p:grpSp>
        <p:nvGrpSpPr>
          <p:cNvPr id="8" name="Group 262"/>
          <p:cNvGrpSpPr>
            <a:grpSpLocks/>
          </p:cNvGrpSpPr>
          <p:nvPr/>
        </p:nvGrpSpPr>
        <p:grpSpPr bwMode="auto">
          <a:xfrm>
            <a:off x="5022850" y="1435100"/>
            <a:ext cx="1439863" cy="3086100"/>
            <a:chOff x="3164" y="1192"/>
            <a:chExt cx="907" cy="1944"/>
          </a:xfrm>
        </p:grpSpPr>
        <p:sp>
          <p:nvSpPr>
            <p:cNvPr id="20675" name="Rectangle 188"/>
            <p:cNvSpPr>
              <a:spLocks noChangeArrowheads="1"/>
            </p:cNvSpPr>
            <p:nvPr/>
          </p:nvSpPr>
          <p:spPr bwMode="auto">
            <a:xfrm>
              <a:off x="3644" y="2869"/>
              <a:ext cx="427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8" tIns="44450" rIns="90488" bIns="44450">
              <a:spAutoFit/>
            </a:bodyPr>
            <a:lstStyle/>
            <a:p>
              <a:pPr algn="l" defTabSz="762000" eaLnBrk="0" hangingPunct="0"/>
              <a:r>
                <a:rPr lang="es-ES" sz="1800">
                  <a:solidFill>
                    <a:schemeClr val="tx1"/>
                  </a:solidFill>
                  <a:latin typeface="Arial" charset="0"/>
                </a:rPr>
                <a:t>dT</a:t>
              </a:r>
            </a:p>
          </p:txBody>
        </p:sp>
        <p:grpSp>
          <p:nvGrpSpPr>
            <p:cNvPr id="9" name="Group 256"/>
            <p:cNvGrpSpPr>
              <a:grpSpLocks/>
            </p:cNvGrpSpPr>
            <p:nvPr/>
          </p:nvGrpSpPr>
          <p:grpSpPr bwMode="auto">
            <a:xfrm>
              <a:off x="3164" y="1192"/>
              <a:ext cx="776" cy="1944"/>
              <a:chOff x="3164" y="1192"/>
              <a:chExt cx="776" cy="1944"/>
            </a:xfrm>
          </p:grpSpPr>
          <p:sp>
            <p:nvSpPr>
              <p:cNvPr id="20677" name="Line 190"/>
              <p:cNvSpPr>
                <a:spLocks noChangeShapeType="1"/>
              </p:cNvSpPr>
              <p:nvPr/>
            </p:nvSpPr>
            <p:spPr bwMode="auto">
              <a:xfrm>
                <a:off x="3938" y="2856"/>
                <a:ext cx="0" cy="28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prstDash val="sysDot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678" name="Line 191"/>
              <p:cNvSpPr>
                <a:spLocks noChangeShapeType="1"/>
              </p:cNvSpPr>
              <p:nvPr/>
            </p:nvSpPr>
            <p:spPr bwMode="auto">
              <a:xfrm>
                <a:off x="3635" y="3080"/>
                <a:ext cx="305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679" name="Line 192"/>
              <p:cNvSpPr>
                <a:spLocks noChangeShapeType="1"/>
              </p:cNvSpPr>
              <p:nvPr/>
            </p:nvSpPr>
            <p:spPr bwMode="auto">
              <a:xfrm flipV="1">
                <a:off x="3643" y="1638"/>
                <a:ext cx="281" cy="208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680" name="Freeform 193"/>
              <p:cNvSpPr>
                <a:spLocks/>
              </p:cNvSpPr>
              <p:nvPr/>
            </p:nvSpPr>
            <p:spPr bwMode="auto">
              <a:xfrm>
                <a:off x="3642" y="2405"/>
                <a:ext cx="293" cy="218"/>
              </a:xfrm>
              <a:custGeom>
                <a:avLst/>
                <a:gdLst>
                  <a:gd name="T0" fmla="*/ 1 w 293"/>
                  <a:gd name="T1" fmla="*/ 4 h 421"/>
                  <a:gd name="T2" fmla="*/ 0 w 293"/>
                  <a:gd name="T3" fmla="*/ 0 h 421"/>
                  <a:gd name="T4" fmla="*/ 293 w 293"/>
                  <a:gd name="T5" fmla="*/ 0 h 421"/>
                  <a:gd name="T6" fmla="*/ 293 w 293"/>
                  <a:gd name="T7" fmla="*/ 4 h 42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93"/>
                  <a:gd name="T13" fmla="*/ 0 h 421"/>
                  <a:gd name="T14" fmla="*/ 293 w 293"/>
                  <a:gd name="T15" fmla="*/ 421 h 42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93" h="421">
                    <a:moveTo>
                      <a:pt x="1" y="421"/>
                    </a:moveTo>
                    <a:lnTo>
                      <a:pt x="0" y="0"/>
                    </a:lnTo>
                    <a:lnTo>
                      <a:pt x="293" y="0"/>
                    </a:lnTo>
                    <a:lnTo>
                      <a:pt x="293" y="421"/>
                    </a:lnTo>
                  </a:path>
                </a:pathLst>
              </a:custGeom>
              <a:noFill/>
              <a:ln w="38100" cap="rnd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20681" name="Freeform 195"/>
              <p:cNvSpPr>
                <a:spLocks/>
              </p:cNvSpPr>
              <p:nvPr/>
            </p:nvSpPr>
            <p:spPr bwMode="auto">
              <a:xfrm>
                <a:off x="3630" y="1192"/>
                <a:ext cx="294" cy="143"/>
              </a:xfrm>
              <a:custGeom>
                <a:avLst/>
                <a:gdLst>
                  <a:gd name="T0" fmla="*/ 1 w 294"/>
                  <a:gd name="T1" fmla="*/ 3 h 284"/>
                  <a:gd name="T2" fmla="*/ 0 w 294"/>
                  <a:gd name="T3" fmla="*/ 0 h 284"/>
                  <a:gd name="T4" fmla="*/ 294 w 294"/>
                  <a:gd name="T5" fmla="*/ 0 h 284"/>
                  <a:gd name="T6" fmla="*/ 293 w 294"/>
                  <a:gd name="T7" fmla="*/ 3 h 28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94"/>
                  <a:gd name="T13" fmla="*/ 0 h 284"/>
                  <a:gd name="T14" fmla="*/ 294 w 294"/>
                  <a:gd name="T15" fmla="*/ 284 h 28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94" h="284">
                    <a:moveTo>
                      <a:pt x="1" y="284"/>
                    </a:moveTo>
                    <a:lnTo>
                      <a:pt x="0" y="0"/>
                    </a:lnTo>
                    <a:lnTo>
                      <a:pt x="294" y="0"/>
                    </a:lnTo>
                    <a:lnTo>
                      <a:pt x="293" y="284"/>
                    </a:lnTo>
                  </a:path>
                </a:pathLst>
              </a:custGeom>
              <a:noFill/>
              <a:ln w="38100" cap="rnd">
                <a:solidFill>
                  <a:srgbClr val="6600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20682" name="Line 224"/>
              <p:cNvSpPr>
                <a:spLocks noChangeShapeType="1"/>
              </p:cNvSpPr>
              <p:nvPr/>
            </p:nvSpPr>
            <p:spPr bwMode="auto">
              <a:xfrm>
                <a:off x="3628" y="1736"/>
                <a:ext cx="302" cy="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anchor="ctr"/>
              <a:lstStyle/>
              <a:p>
                <a:endParaRPr lang="en-US"/>
              </a:p>
            </p:txBody>
          </p:sp>
          <p:sp>
            <p:nvSpPr>
              <p:cNvPr id="20683" name="Rectangle 229"/>
              <p:cNvSpPr>
                <a:spLocks noChangeArrowheads="1"/>
              </p:cNvSpPr>
              <p:nvPr/>
            </p:nvSpPr>
            <p:spPr bwMode="auto">
              <a:xfrm>
                <a:off x="3164" y="2228"/>
                <a:ext cx="514" cy="248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lIns="90488" tIns="44450" rIns="90488" bIns="44450">
                <a:spAutoFit/>
              </a:bodyPr>
              <a:lstStyle/>
              <a:p>
                <a:pPr algn="l" defTabSz="762000" eaLnBrk="0" hangingPunct="0"/>
                <a:r>
                  <a:rPr lang="es-ES" b="0">
                    <a:solidFill>
                      <a:schemeClr val="tx1"/>
                    </a:solidFill>
                  </a:rPr>
                  <a:t>v</a:t>
                </a:r>
                <a:r>
                  <a:rPr lang="es-ES" b="0" baseline="-25000">
                    <a:solidFill>
                      <a:schemeClr val="tx1"/>
                    </a:solidFill>
                  </a:rPr>
                  <a:t>g</a:t>
                </a:r>
                <a:r>
                  <a:rPr lang="es-ES" b="0">
                    <a:solidFill>
                      <a:schemeClr val="tx1"/>
                    </a:solidFill>
                  </a:rPr>
                  <a:t>-v</a:t>
                </a:r>
                <a:r>
                  <a:rPr lang="es-ES" b="0" baseline="-25000">
                    <a:solidFill>
                      <a:schemeClr val="tx1"/>
                    </a:solidFill>
                  </a:rPr>
                  <a:t>O</a:t>
                </a:r>
              </a:p>
            </p:txBody>
          </p:sp>
        </p:grpSp>
      </p:grpSp>
      <p:grpSp>
        <p:nvGrpSpPr>
          <p:cNvPr id="10" name="Group 261"/>
          <p:cNvGrpSpPr>
            <a:grpSpLocks/>
          </p:cNvGrpSpPr>
          <p:nvPr/>
        </p:nvGrpSpPr>
        <p:grpSpPr bwMode="auto">
          <a:xfrm>
            <a:off x="639763" y="4572000"/>
            <a:ext cx="3652837" cy="1885950"/>
            <a:chOff x="403" y="2784"/>
            <a:chExt cx="2301" cy="1188"/>
          </a:xfrm>
        </p:grpSpPr>
        <p:grpSp>
          <p:nvGrpSpPr>
            <p:cNvPr id="11" name="Group 235"/>
            <p:cNvGrpSpPr>
              <a:grpSpLocks/>
            </p:cNvGrpSpPr>
            <p:nvPr/>
          </p:nvGrpSpPr>
          <p:grpSpPr bwMode="auto">
            <a:xfrm>
              <a:off x="403" y="2784"/>
              <a:ext cx="662" cy="1188"/>
              <a:chOff x="195" y="2776"/>
              <a:chExt cx="662" cy="1188"/>
            </a:xfrm>
          </p:grpSpPr>
          <p:sp>
            <p:nvSpPr>
              <p:cNvPr id="20673" name="AutoShape 231"/>
              <p:cNvSpPr>
                <a:spLocks noChangeArrowheads="1"/>
              </p:cNvSpPr>
              <p:nvPr/>
            </p:nvSpPr>
            <p:spPr bwMode="auto">
              <a:xfrm flipH="1">
                <a:off x="242" y="2776"/>
                <a:ext cx="615" cy="1188"/>
              </a:xfrm>
              <a:prstGeom prst="leftArrow">
                <a:avLst>
                  <a:gd name="adj1" fmla="val 50000"/>
                  <a:gd name="adj2" fmla="val 25000"/>
                </a:avLst>
              </a:prstGeom>
              <a:solidFill>
                <a:srgbClr val="FFC000"/>
              </a:solidFill>
              <a:ln w="9525" algn="ctr">
                <a:solidFill>
                  <a:srgbClr val="7373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20674" name="Rectangle 169"/>
              <p:cNvSpPr>
                <a:spLocks noChangeArrowheads="1"/>
              </p:cNvSpPr>
              <p:nvPr/>
            </p:nvSpPr>
            <p:spPr bwMode="auto">
              <a:xfrm>
                <a:off x="195" y="3047"/>
                <a:ext cx="650" cy="634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/>
                <a:r>
                  <a:rPr lang="en-GB" dirty="0">
                    <a:solidFill>
                      <a:srgbClr val="737300"/>
                    </a:solidFill>
                  </a:rPr>
                  <a:t>S off, D on,</a:t>
                </a:r>
              </a:p>
              <a:p>
                <a:pPr algn="ctr"/>
                <a:r>
                  <a:rPr lang="en-GB" dirty="0">
                    <a:solidFill>
                      <a:srgbClr val="737300"/>
                    </a:solidFill>
                  </a:rPr>
                  <a:t>(1-d)T</a:t>
                </a:r>
                <a:endParaRPr lang="en-US" dirty="0">
                  <a:solidFill>
                    <a:srgbClr val="737300"/>
                  </a:solidFill>
                </a:endParaRPr>
              </a:p>
            </p:txBody>
          </p:sp>
        </p:grpSp>
        <p:grpSp>
          <p:nvGrpSpPr>
            <p:cNvPr id="12" name="Group 248"/>
            <p:cNvGrpSpPr>
              <a:grpSpLocks/>
            </p:cNvGrpSpPr>
            <p:nvPr/>
          </p:nvGrpSpPr>
          <p:grpSpPr bwMode="auto">
            <a:xfrm>
              <a:off x="1175" y="2871"/>
              <a:ext cx="1529" cy="949"/>
              <a:chOff x="1271" y="2871"/>
              <a:chExt cx="1529" cy="949"/>
            </a:xfrm>
          </p:grpSpPr>
          <p:grpSp>
            <p:nvGrpSpPr>
              <p:cNvPr id="13" name="Group 236"/>
              <p:cNvGrpSpPr>
                <a:grpSpLocks/>
              </p:cNvGrpSpPr>
              <p:nvPr/>
            </p:nvGrpSpPr>
            <p:grpSpPr bwMode="auto">
              <a:xfrm>
                <a:off x="1271" y="2920"/>
                <a:ext cx="1529" cy="900"/>
                <a:chOff x="1279" y="2656"/>
                <a:chExt cx="1529" cy="900"/>
              </a:xfrm>
            </p:grpSpPr>
            <p:grpSp>
              <p:nvGrpSpPr>
                <p:cNvPr id="14" name="Group 234"/>
                <p:cNvGrpSpPr>
                  <a:grpSpLocks/>
                </p:cNvGrpSpPr>
                <p:nvPr/>
              </p:nvGrpSpPr>
              <p:grpSpPr bwMode="auto">
                <a:xfrm>
                  <a:off x="1279" y="2656"/>
                  <a:ext cx="1529" cy="900"/>
                  <a:chOff x="1279" y="2656"/>
                  <a:chExt cx="1529" cy="900"/>
                </a:xfrm>
              </p:grpSpPr>
              <p:sp>
                <p:nvSpPr>
                  <p:cNvPr id="20636" name="Text Box 12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256" y="2656"/>
                    <a:ext cx="244" cy="231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>
                    <a:spAutoFit/>
                  </a:bodyPr>
                  <a:lstStyle/>
                  <a:p>
                    <a:pPr algn="ctr"/>
                    <a:r>
                      <a:rPr lang="en-GB" sz="1800">
                        <a:solidFill>
                          <a:schemeClr val="tx1"/>
                        </a:solidFill>
                      </a:rPr>
                      <a:t>i</a:t>
                    </a:r>
                    <a:r>
                      <a:rPr lang="en-GB" sz="1800" baseline="-25000">
                        <a:solidFill>
                          <a:schemeClr val="tx1"/>
                        </a:solidFill>
                      </a:rPr>
                      <a:t>O</a:t>
                    </a:r>
                  </a:p>
                </p:txBody>
              </p:sp>
              <p:sp>
                <p:nvSpPr>
                  <p:cNvPr id="20637" name="Text Box 127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305" y="2660"/>
                    <a:ext cx="242" cy="231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>
                    <a:spAutoFit/>
                  </a:bodyPr>
                  <a:lstStyle/>
                  <a:p>
                    <a:pPr algn="l"/>
                    <a:r>
                      <a:rPr lang="en-GB" sz="1800">
                        <a:solidFill>
                          <a:schemeClr val="tx1"/>
                        </a:solidFill>
                      </a:rPr>
                      <a:t>i</a:t>
                    </a:r>
                    <a:r>
                      <a:rPr lang="en-GB" sz="1800" baseline="-25000">
                        <a:solidFill>
                          <a:schemeClr val="tx1"/>
                        </a:solidFill>
                      </a:rPr>
                      <a:t>L</a:t>
                    </a:r>
                  </a:p>
                </p:txBody>
              </p:sp>
              <p:sp>
                <p:nvSpPr>
                  <p:cNvPr id="20638" name="Line 130"/>
                  <p:cNvSpPr>
                    <a:spLocks noChangeShapeType="1"/>
                  </p:cNvSpPr>
                  <p:nvPr/>
                </p:nvSpPr>
                <p:spPr bwMode="auto">
                  <a:xfrm rot="10800000">
                    <a:off x="1282" y="3554"/>
                    <a:ext cx="1213" cy="0"/>
                  </a:xfrm>
                  <a:prstGeom prst="line">
                    <a:avLst/>
                  </a:prstGeom>
                  <a:noFill/>
                  <a:ln w="19050">
                    <a:solidFill>
                      <a:srgbClr val="3164AB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20639" name="Line 131"/>
                  <p:cNvSpPr>
                    <a:spLocks noChangeShapeType="1"/>
                  </p:cNvSpPr>
                  <p:nvPr/>
                </p:nvSpPr>
                <p:spPr bwMode="auto">
                  <a:xfrm rot="10800000">
                    <a:off x="1279" y="2942"/>
                    <a:ext cx="258" cy="0"/>
                  </a:xfrm>
                  <a:prstGeom prst="line">
                    <a:avLst/>
                  </a:prstGeom>
                  <a:noFill/>
                  <a:ln w="19050">
                    <a:solidFill>
                      <a:srgbClr val="3164AB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20640" name="Text Box 13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218" y="3173"/>
                    <a:ext cx="273" cy="231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>
                    <a:spAutoFit/>
                  </a:bodyPr>
                  <a:lstStyle/>
                  <a:p>
                    <a:pPr algn="l"/>
                    <a:r>
                      <a:rPr lang="en-GB" sz="1800" b="0">
                        <a:solidFill>
                          <a:schemeClr val="tx1"/>
                        </a:solidFill>
                      </a:rPr>
                      <a:t>R</a:t>
                    </a:r>
                    <a:r>
                      <a:rPr lang="en-GB" sz="1800" b="0" baseline="-25000">
                        <a:solidFill>
                          <a:schemeClr val="tx1"/>
                        </a:solidFill>
                      </a:rPr>
                      <a:t>L</a:t>
                    </a:r>
                  </a:p>
                </p:txBody>
              </p:sp>
              <p:sp>
                <p:nvSpPr>
                  <p:cNvPr id="20641" name="Text Box 13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492" y="3111"/>
                    <a:ext cx="316" cy="231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>
                    <a:spAutoFit/>
                  </a:bodyPr>
                  <a:lstStyle/>
                  <a:p>
                    <a:pPr algn="ctr"/>
                    <a:r>
                      <a:rPr lang="en-GB" sz="1800">
                        <a:solidFill>
                          <a:schemeClr val="tx1"/>
                        </a:solidFill>
                      </a:rPr>
                      <a:t>v</a:t>
                    </a:r>
                    <a:r>
                      <a:rPr lang="en-GB" sz="1800" baseline="-25000">
                        <a:solidFill>
                          <a:schemeClr val="tx1"/>
                        </a:solidFill>
                      </a:rPr>
                      <a:t>O</a:t>
                    </a:r>
                  </a:p>
                </p:txBody>
              </p:sp>
              <p:grpSp>
                <p:nvGrpSpPr>
                  <p:cNvPr id="15" name="Group 134"/>
                  <p:cNvGrpSpPr>
                    <a:grpSpLocks/>
                  </p:cNvGrpSpPr>
                  <p:nvPr/>
                </p:nvGrpSpPr>
                <p:grpSpPr bwMode="auto">
                  <a:xfrm>
                    <a:off x="2446" y="3145"/>
                    <a:ext cx="97" cy="170"/>
                    <a:chOff x="5177" y="2146"/>
                    <a:chExt cx="97" cy="170"/>
                  </a:xfrm>
                </p:grpSpPr>
                <p:sp>
                  <p:nvSpPr>
                    <p:cNvPr id="20665" name="Line 135"/>
                    <p:cNvSpPr>
                      <a:spLocks noChangeShapeType="1"/>
                    </p:cNvSpPr>
                    <p:nvPr/>
                  </p:nvSpPr>
                  <p:spPr bwMode="auto">
                    <a:xfrm rot="16200000" flipH="1">
                      <a:off x="5238" y="2134"/>
                      <a:ext cx="24" cy="48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3164AB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0666" name="Line 136"/>
                    <p:cNvSpPr>
                      <a:spLocks noChangeShapeType="1"/>
                    </p:cNvSpPr>
                    <p:nvPr/>
                  </p:nvSpPr>
                  <p:spPr bwMode="auto">
                    <a:xfrm rot="-5400000">
                      <a:off x="5218" y="2132"/>
                      <a:ext cx="16" cy="91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3164AB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0667" name="Line 137"/>
                    <p:cNvSpPr>
                      <a:spLocks noChangeShapeType="1"/>
                    </p:cNvSpPr>
                    <p:nvPr/>
                  </p:nvSpPr>
                  <p:spPr bwMode="auto">
                    <a:xfrm rot="16200000" flipH="1">
                      <a:off x="5205" y="2160"/>
                      <a:ext cx="35" cy="91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3164AB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grpSp>
                  <p:nvGrpSpPr>
                    <p:cNvPr id="16" name="Group 138"/>
                    <p:cNvGrpSpPr>
                      <a:grpSpLocks/>
                    </p:cNvGrpSpPr>
                    <p:nvPr/>
                  </p:nvGrpSpPr>
                  <p:grpSpPr bwMode="auto">
                    <a:xfrm rot="-5400000">
                      <a:off x="5201" y="2220"/>
                      <a:ext cx="50" cy="93"/>
                      <a:chOff x="2250" y="1869"/>
                      <a:chExt cx="87" cy="178"/>
                    </a:xfrm>
                  </p:grpSpPr>
                  <p:sp>
                    <p:nvSpPr>
                      <p:cNvPr id="20671" name="Line 139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2250" y="1873"/>
                        <a:ext cx="27" cy="174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rgbClr val="3164AB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20672" name="Line 140"/>
                      <p:cNvSpPr>
                        <a:spLocks noChangeShapeType="1"/>
                      </p:cNvSpPr>
                      <p:nvPr/>
                    </p:nvSpPr>
                    <p:spPr bwMode="auto">
                      <a:xfrm flipH="1">
                        <a:off x="2276" y="1869"/>
                        <a:ext cx="61" cy="175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rgbClr val="3164AB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</p:grpSp>
                <p:sp>
                  <p:nvSpPr>
                    <p:cNvPr id="20669" name="Line 141"/>
                    <p:cNvSpPr>
                      <a:spLocks noChangeShapeType="1"/>
                    </p:cNvSpPr>
                    <p:nvPr/>
                  </p:nvSpPr>
                  <p:spPr bwMode="auto">
                    <a:xfrm rot="-5400000">
                      <a:off x="5215" y="2185"/>
                      <a:ext cx="16" cy="91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3164AB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0670" name="Line 142"/>
                    <p:cNvSpPr>
                      <a:spLocks noChangeShapeType="1"/>
                    </p:cNvSpPr>
                    <p:nvPr/>
                  </p:nvSpPr>
                  <p:spPr bwMode="auto">
                    <a:xfrm rot="16200000" flipH="1">
                      <a:off x="5191" y="2282"/>
                      <a:ext cx="23" cy="45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3164AB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</p:grpSp>
              <p:sp>
                <p:nvSpPr>
                  <p:cNvPr id="20643" name="Line 143"/>
                  <p:cNvSpPr>
                    <a:spLocks noChangeShapeType="1"/>
                  </p:cNvSpPr>
                  <p:nvPr/>
                </p:nvSpPr>
                <p:spPr bwMode="auto">
                  <a:xfrm>
                    <a:off x="2493" y="2946"/>
                    <a:ext cx="0" cy="196"/>
                  </a:xfrm>
                  <a:prstGeom prst="line">
                    <a:avLst/>
                  </a:prstGeom>
                  <a:noFill/>
                  <a:ln w="19050">
                    <a:solidFill>
                      <a:srgbClr val="3164AB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20644" name="Line 144"/>
                  <p:cNvSpPr>
                    <a:spLocks noChangeShapeType="1"/>
                  </p:cNvSpPr>
                  <p:nvPr/>
                </p:nvSpPr>
                <p:spPr bwMode="auto">
                  <a:xfrm>
                    <a:off x="2494" y="3316"/>
                    <a:ext cx="0" cy="240"/>
                  </a:xfrm>
                  <a:prstGeom prst="line">
                    <a:avLst/>
                  </a:prstGeom>
                  <a:noFill/>
                  <a:ln w="19050">
                    <a:solidFill>
                      <a:srgbClr val="3164AB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20645" name="Freeform 146"/>
                  <p:cNvSpPr>
                    <a:spLocks/>
                  </p:cNvSpPr>
                  <p:nvPr/>
                </p:nvSpPr>
                <p:spPr bwMode="auto">
                  <a:xfrm>
                    <a:off x="2211" y="2887"/>
                    <a:ext cx="337" cy="130"/>
                  </a:xfrm>
                  <a:custGeom>
                    <a:avLst/>
                    <a:gdLst>
                      <a:gd name="T0" fmla="*/ 0 w 153"/>
                      <a:gd name="T1" fmla="*/ 0 h 234"/>
                      <a:gd name="T2" fmla="*/ 38458 w 153"/>
                      <a:gd name="T3" fmla="*/ 0 h 234"/>
                      <a:gd name="T4" fmla="*/ 38458 w 153"/>
                      <a:gd name="T5" fmla="*/ 4 h 234"/>
                      <a:gd name="T6" fmla="*/ 0 60000 65536"/>
                      <a:gd name="T7" fmla="*/ 0 60000 65536"/>
                      <a:gd name="T8" fmla="*/ 0 60000 65536"/>
                      <a:gd name="T9" fmla="*/ 0 w 153"/>
                      <a:gd name="T10" fmla="*/ 0 h 234"/>
                      <a:gd name="T11" fmla="*/ 153 w 153"/>
                      <a:gd name="T12" fmla="*/ 234 h 234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153" h="234">
                        <a:moveTo>
                          <a:pt x="0" y="0"/>
                        </a:moveTo>
                        <a:lnTo>
                          <a:pt x="153" y="0"/>
                        </a:lnTo>
                        <a:lnTo>
                          <a:pt x="153" y="234"/>
                        </a:lnTo>
                      </a:path>
                    </a:pathLst>
                  </a:cu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</p:spPr>
                <p:txBody>
                  <a:bodyPr/>
                  <a:lstStyle/>
                  <a:p>
                    <a:endParaRPr lang="es-ES"/>
                  </a:p>
                </p:txBody>
              </p:sp>
              <p:sp>
                <p:nvSpPr>
                  <p:cNvPr id="20646" name="Line 147"/>
                  <p:cNvSpPr>
                    <a:spLocks noChangeShapeType="1"/>
                  </p:cNvSpPr>
                  <p:nvPr/>
                </p:nvSpPr>
                <p:spPr bwMode="auto">
                  <a:xfrm rot="10800000" flipH="1">
                    <a:off x="2017" y="2944"/>
                    <a:ext cx="0" cy="257"/>
                  </a:xfrm>
                  <a:prstGeom prst="line">
                    <a:avLst/>
                  </a:prstGeom>
                  <a:noFill/>
                  <a:ln w="19050">
                    <a:solidFill>
                      <a:srgbClr val="3164AB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20647" name="Line 148"/>
                  <p:cNvSpPr>
                    <a:spLocks noChangeShapeType="1"/>
                  </p:cNvSpPr>
                  <p:nvPr/>
                </p:nvSpPr>
                <p:spPr bwMode="auto">
                  <a:xfrm>
                    <a:off x="2016" y="3248"/>
                    <a:ext cx="0" cy="302"/>
                  </a:xfrm>
                  <a:prstGeom prst="line">
                    <a:avLst/>
                  </a:prstGeom>
                  <a:noFill/>
                  <a:ln w="19050">
                    <a:solidFill>
                      <a:srgbClr val="3164AB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grpSp>
                <p:nvGrpSpPr>
                  <p:cNvPr id="17" name="Group 149"/>
                  <p:cNvGrpSpPr>
                    <a:grpSpLocks/>
                  </p:cNvGrpSpPr>
                  <p:nvPr/>
                </p:nvGrpSpPr>
                <p:grpSpPr bwMode="auto">
                  <a:xfrm>
                    <a:off x="1936" y="3202"/>
                    <a:ext cx="159" cy="47"/>
                    <a:chOff x="1530" y="2848"/>
                    <a:chExt cx="125" cy="47"/>
                  </a:xfrm>
                </p:grpSpPr>
                <p:sp>
                  <p:nvSpPr>
                    <p:cNvPr id="20663" name="Line 150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530" y="2848"/>
                      <a:ext cx="125" cy="0"/>
                    </a:xfrm>
                    <a:prstGeom prst="line">
                      <a:avLst/>
                    </a:prstGeom>
                    <a:noFill/>
                    <a:ln w="38100">
                      <a:solidFill>
                        <a:srgbClr val="3164AB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0664" name="Line 151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530" y="2895"/>
                      <a:ext cx="125" cy="0"/>
                    </a:xfrm>
                    <a:prstGeom prst="line">
                      <a:avLst/>
                    </a:prstGeom>
                    <a:noFill/>
                    <a:ln w="38100">
                      <a:solidFill>
                        <a:srgbClr val="3164AB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</p:grpSp>
              <p:grpSp>
                <p:nvGrpSpPr>
                  <p:cNvPr id="18" name="Group 152"/>
                  <p:cNvGrpSpPr>
                    <a:grpSpLocks/>
                  </p:cNvGrpSpPr>
                  <p:nvPr/>
                </p:nvGrpSpPr>
                <p:grpSpPr bwMode="auto">
                  <a:xfrm>
                    <a:off x="1544" y="2877"/>
                    <a:ext cx="304" cy="119"/>
                    <a:chOff x="1793" y="897"/>
                    <a:chExt cx="304" cy="119"/>
                  </a:xfrm>
                </p:grpSpPr>
                <p:sp>
                  <p:nvSpPr>
                    <p:cNvPr id="20656" name="Arc 153"/>
                    <p:cNvSpPr>
                      <a:spLocks/>
                    </p:cNvSpPr>
                    <p:nvPr/>
                  </p:nvSpPr>
                  <p:spPr bwMode="auto">
                    <a:xfrm rot="5400000" flipH="1">
                      <a:off x="1876" y="884"/>
                      <a:ext cx="74" cy="101"/>
                    </a:xfrm>
                    <a:custGeom>
                      <a:avLst/>
                      <a:gdLst>
                        <a:gd name="T0" fmla="*/ 0 w 21600"/>
                        <a:gd name="T1" fmla="*/ 0 h 43099"/>
                        <a:gd name="T2" fmla="*/ 0 w 21600"/>
                        <a:gd name="T3" fmla="*/ 0 h 43099"/>
                        <a:gd name="T4" fmla="*/ 0 w 21600"/>
                        <a:gd name="T5" fmla="*/ 0 h 43099"/>
                        <a:gd name="T6" fmla="*/ 0 60000 65536"/>
                        <a:gd name="T7" fmla="*/ 0 60000 65536"/>
                        <a:gd name="T8" fmla="*/ 0 60000 65536"/>
                        <a:gd name="T9" fmla="*/ 0 w 21600"/>
                        <a:gd name="T10" fmla="*/ 0 h 43099"/>
                        <a:gd name="T11" fmla="*/ 21600 w 21600"/>
                        <a:gd name="T12" fmla="*/ 43099 h 43099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T9" t="T10" r="T11" b="T12"/>
                      <a:pathLst>
                        <a:path w="21600" h="43099" fill="none" extrusionOk="0">
                          <a:moveTo>
                            <a:pt x="1802" y="0"/>
                          </a:moveTo>
                          <a:cubicBezTo>
                            <a:pt x="12994" y="937"/>
                            <a:pt x="21600" y="10294"/>
                            <a:pt x="21600" y="21525"/>
                          </a:cubicBezTo>
                          <a:cubicBezTo>
                            <a:pt x="21600" y="33043"/>
                            <a:pt x="12561" y="42535"/>
                            <a:pt x="1057" y="43099"/>
                          </a:cubicBezTo>
                        </a:path>
                        <a:path w="21600" h="43099" stroke="0" extrusionOk="0">
                          <a:moveTo>
                            <a:pt x="1802" y="0"/>
                          </a:moveTo>
                          <a:cubicBezTo>
                            <a:pt x="12994" y="937"/>
                            <a:pt x="21600" y="10294"/>
                            <a:pt x="21600" y="21525"/>
                          </a:cubicBezTo>
                          <a:cubicBezTo>
                            <a:pt x="21600" y="33043"/>
                            <a:pt x="12561" y="42535"/>
                            <a:pt x="1057" y="43099"/>
                          </a:cubicBezTo>
                          <a:lnTo>
                            <a:pt x="0" y="21525"/>
                          </a:lnTo>
                          <a:close/>
                        </a:path>
                      </a:pathLst>
                    </a:custGeom>
                    <a:noFill/>
                    <a:ln w="19050">
                      <a:solidFill>
                        <a:srgbClr val="3164AB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s-ES"/>
                    </a:p>
                  </p:txBody>
                </p:sp>
                <p:sp>
                  <p:nvSpPr>
                    <p:cNvPr id="20657" name="Arc 154"/>
                    <p:cNvSpPr>
                      <a:spLocks/>
                    </p:cNvSpPr>
                    <p:nvPr/>
                  </p:nvSpPr>
                  <p:spPr bwMode="auto">
                    <a:xfrm rot="5400000">
                      <a:off x="1855" y="974"/>
                      <a:ext cx="49" cy="33"/>
                    </a:xfrm>
                    <a:custGeom>
                      <a:avLst/>
                      <a:gdLst>
                        <a:gd name="T0" fmla="*/ 0 w 21600"/>
                        <a:gd name="T1" fmla="*/ 0 h 43174"/>
                        <a:gd name="T2" fmla="*/ 0 w 21600"/>
                        <a:gd name="T3" fmla="*/ 0 h 43174"/>
                        <a:gd name="T4" fmla="*/ 0 w 21600"/>
                        <a:gd name="T5" fmla="*/ 0 h 43174"/>
                        <a:gd name="T6" fmla="*/ 0 60000 65536"/>
                        <a:gd name="T7" fmla="*/ 0 60000 65536"/>
                        <a:gd name="T8" fmla="*/ 0 60000 65536"/>
                        <a:gd name="T9" fmla="*/ 0 w 21600"/>
                        <a:gd name="T10" fmla="*/ 0 h 43174"/>
                        <a:gd name="T11" fmla="*/ 21600 w 21600"/>
                        <a:gd name="T12" fmla="*/ 43174 h 43174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T9" t="T10" r="T11" b="T12"/>
                      <a:pathLst>
                        <a:path w="21600" h="43174" fill="none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  <a:cubicBezTo>
                            <a:pt x="21600" y="33118"/>
                            <a:pt x="12561" y="42610"/>
                            <a:pt x="1057" y="43174"/>
                          </a:cubicBezTo>
                        </a:path>
                        <a:path w="21600" h="43174" stroke="0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  <a:cubicBezTo>
                            <a:pt x="21600" y="33118"/>
                            <a:pt x="12561" y="42610"/>
                            <a:pt x="1057" y="43174"/>
                          </a:cubicBezTo>
                          <a:lnTo>
                            <a:pt x="0" y="21600"/>
                          </a:lnTo>
                          <a:close/>
                        </a:path>
                      </a:pathLst>
                    </a:custGeom>
                    <a:noFill/>
                    <a:ln w="19050">
                      <a:solidFill>
                        <a:srgbClr val="3164AB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s-ES"/>
                    </a:p>
                  </p:txBody>
                </p:sp>
                <p:sp>
                  <p:nvSpPr>
                    <p:cNvPr id="20658" name="Arc 155"/>
                    <p:cNvSpPr>
                      <a:spLocks/>
                    </p:cNvSpPr>
                    <p:nvPr/>
                  </p:nvSpPr>
                  <p:spPr bwMode="auto">
                    <a:xfrm rot="5400000" flipH="1">
                      <a:off x="1801" y="889"/>
                      <a:ext cx="88" cy="103"/>
                    </a:xfrm>
                    <a:custGeom>
                      <a:avLst/>
                      <a:gdLst>
                        <a:gd name="T0" fmla="*/ 0 w 21600"/>
                        <a:gd name="T1" fmla="*/ 0 h 42611"/>
                        <a:gd name="T2" fmla="*/ 0 w 21600"/>
                        <a:gd name="T3" fmla="*/ 0 h 42611"/>
                        <a:gd name="T4" fmla="*/ 0 w 21600"/>
                        <a:gd name="T5" fmla="*/ 0 h 42611"/>
                        <a:gd name="T6" fmla="*/ 0 60000 65536"/>
                        <a:gd name="T7" fmla="*/ 0 60000 65536"/>
                        <a:gd name="T8" fmla="*/ 0 60000 65536"/>
                        <a:gd name="T9" fmla="*/ 0 w 21600"/>
                        <a:gd name="T10" fmla="*/ 0 h 42611"/>
                        <a:gd name="T11" fmla="*/ 21600 w 21600"/>
                        <a:gd name="T12" fmla="*/ 42611 h 42611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T9" t="T10" r="T11" b="T12"/>
                      <a:pathLst>
                        <a:path w="21600" h="42611" fill="none" extrusionOk="0">
                          <a:moveTo>
                            <a:pt x="3562" y="-1"/>
                          </a:moveTo>
                          <a:cubicBezTo>
                            <a:pt x="13972" y="1740"/>
                            <a:pt x="21600" y="10749"/>
                            <a:pt x="21600" y="21304"/>
                          </a:cubicBezTo>
                          <a:cubicBezTo>
                            <a:pt x="21600" y="31864"/>
                            <a:pt x="13963" y="40877"/>
                            <a:pt x="3545" y="42610"/>
                          </a:cubicBezTo>
                        </a:path>
                        <a:path w="21600" h="42611" stroke="0" extrusionOk="0">
                          <a:moveTo>
                            <a:pt x="3562" y="-1"/>
                          </a:moveTo>
                          <a:cubicBezTo>
                            <a:pt x="13972" y="1740"/>
                            <a:pt x="21600" y="10749"/>
                            <a:pt x="21600" y="21304"/>
                          </a:cubicBezTo>
                          <a:cubicBezTo>
                            <a:pt x="21600" y="31864"/>
                            <a:pt x="13963" y="40877"/>
                            <a:pt x="3545" y="42610"/>
                          </a:cubicBezTo>
                          <a:lnTo>
                            <a:pt x="0" y="21304"/>
                          </a:lnTo>
                          <a:close/>
                        </a:path>
                      </a:pathLst>
                    </a:custGeom>
                    <a:noFill/>
                    <a:ln w="19050">
                      <a:solidFill>
                        <a:srgbClr val="3164AB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s-ES"/>
                    </a:p>
                  </p:txBody>
                </p:sp>
                <p:sp>
                  <p:nvSpPr>
                    <p:cNvPr id="20659" name="Arc 156"/>
                    <p:cNvSpPr>
                      <a:spLocks/>
                    </p:cNvSpPr>
                    <p:nvPr/>
                  </p:nvSpPr>
                  <p:spPr bwMode="auto">
                    <a:xfrm rot="5400000">
                      <a:off x="1922" y="973"/>
                      <a:ext cx="49" cy="33"/>
                    </a:xfrm>
                    <a:custGeom>
                      <a:avLst/>
                      <a:gdLst>
                        <a:gd name="T0" fmla="*/ 0 w 21600"/>
                        <a:gd name="T1" fmla="*/ 0 h 43174"/>
                        <a:gd name="T2" fmla="*/ 0 w 21600"/>
                        <a:gd name="T3" fmla="*/ 0 h 43174"/>
                        <a:gd name="T4" fmla="*/ 0 w 21600"/>
                        <a:gd name="T5" fmla="*/ 0 h 43174"/>
                        <a:gd name="T6" fmla="*/ 0 60000 65536"/>
                        <a:gd name="T7" fmla="*/ 0 60000 65536"/>
                        <a:gd name="T8" fmla="*/ 0 60000 65536"/>
                        <a:gd name="T9" fmla="*/ 0 w 21600"/>
                        <a:gd name="T10" fmla="*/ 0 h 43174"/>
                        <a:gd name="T11" fmla="*/ 21600 w 21600"/>
                        <a:gd name="T12" fmla="*/ 43174 h 43174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T9" t="T10" r="T11" b="T12"/>
                      <a:pathLst>
                        <a:path w="21600" h="43174" fill="none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  <a:cubicBezTo>
                            <a:pt x="21600" y="33118"/>
                            <a:pt x="12561" y="42610"/>
                            <a:pt x="1057" y="43174"/>
                          </a:cubicBezTo>
                        </a:path>
                        <a:path w="21600" h="43174" stroke="0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  <a:cubicBezTo>
                            <a:pt x="21600" y="33118"/>
                            <a:pt x="12561" y="42610"/>
                            <a:pt x="1057" y="43174"/>
                          </a:cubicBezTo>
                          <a:lnTo>
                            <a:pt x="0" y="21600"/>
                          </a:lnTo>
                          <a:close/>
                        </a:path>
                      </a:pathLst>
                    </a:custGeom>
                    <a:noFill/>
                    <a:ln w="19050">
                      <a:solidFill>
                        <a:srgbClr val="3164AB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s-ES"/>
                    </a:p>
                  </p:txBody>
                </p:sp>
                <p:sp>
                  <p:nvSpPr>
                    <p:cNvPr id="20660" name="Arc 157"/>
                    <p:cNvSpPr>
                      <a:spLocks/>
                    </p:cNvSpPr>
                    <p:nvPr/>
                  </p:nvSpPr>
                  <p:spPr bwMode="auto">
                    <a:xfrm rot="5400000" flipH="1">
                      <a:off x="1943" y="885"/>
                      <a:ext cx="74" cy="101"/>
                    </a:xfrm>
                    <a:custGeom>
                      <a:avLst/>
                      <a:gdLst>
                        <a:gd name="T0" fmla="*/ 0 w 21600"/>
                        <a:gd name="T1" fmla="*/ 0 h 43099"/>
                        <a:gd name="T2" fmla="*/ 0 w 21600"/>
                        <a:gd name="T3" fmla="*/ 0 h 43099"/>
                        <a:gd name="T4" fmla="*/ 0 w 21600"/>
                        <a:gd name="T5" fmla="*/ 0 h 43099"/>
                        <a:gd name="T6" fmla="*/ 0 60000 65536"/>
                        <a:gd name="T7" fmla="*/ 0 60000 65536"/>
                        <a:gd name="T8" fmla="*/ 0 60000 65536"/>
                        <a:gd name="T9" fmla="*/ 0 w 21600"/>
                        <a:gd name="T10" fmla="*/ 0 h 43099"/>
                        <a:gd name="T11" fmla="*/ 21600 w 21600"/>
                        <a:gd name="T12" fmla="*/ 43099 h 43099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T9" t="T10" r="T11" b="T12"/>
                      <a:pathLst>
                        <a:path w="21600" h="43099" fill="none" extrusionOk="0">
                          <a:moveTo>
                            <a:pt x="1802" y="0"/>
                          </a:moveTo>
                          <a:cubicBezTo>
                            <a:pt x="12994" y="937"/>
                            <a:pt x="21600" y="10294"/>
                            <a:pt x="21600" y="21525"/>
                          </a:cubicBezTo>
                          <a:cubicBezTo>
                            <a:pt x="21600" y="33043"/>
                            <a:pt x="12561" y="42535"/>
                            <a:pt x="1057" y="43099"/>
                          </a:cubicBezTo>
                        </a:path>
                        <a:path w="21600" h="43099" stroke="0" extrusionOk="0">
                          <a:moveTo>
                            <a:pt x="1802" y="0"/>
                          </a:moveTo>
                          <a:cubicBezTo>
                            <a:pt x="12994" y="937"/>
                            <a:pt x="21600" y="10294"/>
                            <a:pt x="21600" y="21525"/>
                          </a:cubicBezTo>
                          <a:cubicBezTo>
                            <a:pt x="21600" y="33043"/>
                            <a:pt x="12561" y="42535"/>
                            <a:pt x="1057" y="43099"/>
                          </a:cubicBezTo>
                          <a:lnTo>
                            <a:pt x="0" y="21525"/>
                          </a:lnTo>
                          <a:close/>
                        </a:path>
                      </a:pathLst>
                    </a:custGeom>
                    <a:noFill/>
                    <a:ln w="19050">
                      <a:solidFill>
                        <a:srgbClr val="3164AB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s-ES"/>
                    </a:p>
                  </p:txBody>
                </p:sp>
                <p:sp>
                  <p:nvSpPr>
                    <p:cNvPr id="20661" name="Arc 158"/>
                    <p:cNvSpPr>
                      <a:spLocks/>
                    </p:cNvSpPr>
                    <p:nvPr/>
                  </p:nvSpPr>
                  <p:spPr bwMode="auto">
                    <a:xfrm rot="5400000">
                      <a:off x="1989" y="975"/>
                      <a:ext cx="49" cy="33"/>
                    </a:xfrm>
                    <a:custGeom>
                      <a:avLst/>
                      <a:gdLst>
                        <a:gd name="T0" fmla="*/ 0 w 21600"/>
                        <a:gd name="T1" fmla="*/ 0 h 43174"/>
                        <a:gd name="T2" fmla="*/ 0 w 21600"/>
                        <a:gd name="T3" fmla="*/ 0 h 43174"/>
                        <a:gd name="T4" fmla="*/ 0 w 21600"/>
                        <a:gd name="T5" fmla="*/ 0 h 43174"/>
                        <a:gd name="T6" fmla="*/ 0 60000 65536"/>
                        <a:gd name="T7" fmla="*/ 0 60000 65536"/>
                        <a:gd name="T8" fmla="*/ 0 60000 65536"/>
                        <a:gd name="T9" fmla="*/ 0 w 21600"/>
                        <a:gd name="T10" fmla="*/ 0 h 43174"/>
                        <a:gd name="T11" fmla="*/ 21600 w 21600"/>
                        <a:gd name="T12" fmla="*/ 43174 h 43174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T9" t="T10" r="T11" b="T12"/>
                      <a:pathLst>
                        <a:path w="21600" h="43174" fill="none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  <a:cubicBezTo>
                            <a:pt x="21600" y="33118"/>
                            <a:pt x="12561" y="42610"/>
                            <a:pt x="1057" y="43174"/>
                          </a:cubicBezTo>
                        </a:path>
                        <a:path w="21600" h="43174" stroke="0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  <a:cubicBezTo>
                            <a:pt x="21600" y="33118"/>
                            <a:pt x="12561" y="42610"/>
                            <a:pt x="1057" y="43174"/>
                          </a:cubicBezTo>
                          <a:lnTo>
                            <a:pt x="0" y="21600"/>
                          </a:lnTo>
                          <a:close/>
                        </a:path>
                      </a:pathLst>
                    </a:custGeom>
                    <a:noFill/>
                    <a:ln w="19050">
                      <a:solidFill>
                        <a:srgbClr val="3164AB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s-ES"/>
                    </a:p>
                  </p:txBody>
                </p:sp>
                <p:sp>
                  <p:nvSpPr>
                    <p:cNvPr id="20662" name="Arc 159"/>
                    <p:cNvSpPr>
                      <a:spLocks/>
                    </p:cNvSpPr>
                    <p:nvPr/>
                  </p:nvSpPr>
                  <p:spPr bwMode="auto">
                    <a:xfrm rot="5400000" flipH="1">
                      <a:off x="2010" y="885"/>
                      <a:ext cx="74" cy="101"/>
                    </a:xfrm>
                    <a:custGeom>
                      <a:avLst/>
                      <a:gdLst>
                        <a:gd name="T0" fmla="*/ 0 w 21600"/>
                        <a:gd name="T1" fmla="*/ 0 h 43099"/>
                        <a:gd name="T2" fmla="*/ 0 w 21600"/>
                        <a:gd name="T3" fmla="*/ 0 h 43099"/>
                        <a:gd name="T4" fmla="*/ 0 w 21600"/>
                        <a:gd name="T5" fmla="*/ 0 h 43099"/>
                        <a:gd name="T6" fmla="*/ 0 60000 65536"/>
                        <a:gd name="T7" fmla="*/ 0 60000 65536"/>
                        <a:gd name="T8" fmla="*/ 0 60000 65536"/>
                        <a:gd name="T9" fmla="*/ 0 w 21600"/>
                        <a:gd name="T10" fmla="*/ 0 h 43099"/>
                        <a:gd name="T11" fmla="*/ 21600 w 21600"/>
                        <a:gd name="T12" fmla="*/ 43099 h 43099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T9" t="T10" r="T11" b="T12"/>
                      <a:pathLst>
                        <a:path w="21600" h="43099" fill="none" extrusionOk="0">
                          <a:moveTo>
                            <a:pt x="1802" y="0"/>
                          </a:moveTo>
                          <a:cubicBezTo>
                            <a:pt x="12994" y="937"/>
                            <a:pt x="21600" y="10294"/>
                            <a:pt x="21600" y="21525"/>
                          </a:cubicBezTo>
                          <a:cubicBezTo>
                            <a:pt x="21600" y="33043"/>
                            <a:pt x="12561" y="42535"/>
                            <a:pt x="1057" y="43099"/>
                          </a:cubicBezTo>
                        </a:path>
                        <a:path w="21600" h="43099" stroke="0" extrusionOk="0">
                          <a:moveTo>
                            <a:pt x="1802" y="0"/>
                          </a:moveTo>
                          <a:cubicBezTo>
                            <a:pt x="12994" y="937"/>
                            <a:pt x="21600" y="10294"/>
                            <a:pt x="21600" y="21525"/>
                          </a:cubicBezTo>
                          <a:cubicBezTo>
                            <a:pt x="21600" y="33043"/>
                            <a:pt x="12561" y="42535"/>
                            <a:pt x="1057" y="43099"/>
                          </a:cubicBezTo>
                          <a:lnTo>
                            <a:pt x="0" y="21525"/>
                          </a:lnTo>
                          <a:close/>
                        </a:path>
                      </a:pathLst>
                    </a:custGeom>
                    <a:noFill/>
                    <a:ln w="19050">
                      <a:solidFill>
                        <a:srgbClr val="3164AB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s-ES"/>
                    </a:p>
                  </p:txBody>
                </p:sp>
              </p:grpSp>
              <p:sp>
                <p:nvSpPr>
                  <p:cNvPr id="20650" name="Line 160"/>
                  <p:cNvSpPr>
                    <a:spLocks noChangeShapeType="1"/>
                  </p:cNvSpPr>
                  <p:nvPr/>
                </p:nvSpPr>
                <p:spPr bwMode="auto">
                  <a:xfrm rot="10800000">
                    <a:off x="1845" y="2945"/>
                    <a:ext cx="650" cy="0"/>
                  </a:xfrm>
                  <a:prstGeom prst="line">
                    <a:avLst/>
                  </a:prstGeom>
                  <a:noFill/>
                  <a:ln w="19050">
                    <a:solidFill>
                      <a:srgbClr val="3164AB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20651" name="Text Box 161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022" y="2976"/>
                    <a:ext cx="220" cy="231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pPr algn="l"/>
                    <a:r>
                      <a:rPr lang="en-GB" sz="1800" b="0">
                        <a:solidFill>
                          <a:schemeClr val="tx1"/>
                        </a:solidFill>
                      </a:rPr>
                      <a:t>C</a:t>
                    </a:r>
                    <a:endParaRPr lang="en-GB" sz="1800" b="0" baseline="-2500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0652" name="Text Box 16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684" y="2961"/>
                    <a:ext cx="196" cy="231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pPr algn="l"/>
                    <a:r>
                      <a:rPr lang="en-GB" sz="1800" b="0">
                        <a:solidFill>
                          <a:schemeClr val="tx1"/>
                        </a:solidFill>
                      </a:rPr>
                      <a:t>L</a:t>
                    </a:r>
                    <a:endParaRPr lang="en-GB" sz="1800" b="0" baseline="-2500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0653" name="Text Box 16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470" y="2987"/>
                    <a:ext cx="236" cy="231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>
                    <a:spAutoFit/>
                  </a:bodyPr>
                  <a:lstStyle/>
                  <a:p>
                    <a:pPr algn="ctr"/>
                    <a:r>
                      <a:rPr lang="en-GB" sz="1800" b="0">
                        <a:solidFill>
                          <a:schemeClr val="tx1"/>
                        </a:solidFill>
                      </a:rPr>
                      <a:t>+</a:t>
                    </a:r>
                    <a:endParaRPr lang="en-GB" sz="1800" b="0" baseline="-2500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0654" name="Text Box 164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470" y="3253"/>
                    <a:ext cx="236" cy="231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>
                    <a:spAutoFit/>
                  </a:bodyPr>
                  <a:lstStyle/>
                  <a:p>
                    <a:pPr algn="ctr"/>
                    <a:r>
                      <a:rPr lang="en-GB" sz="1800" b="0">
                        <a:solidFill>
                          <a:schemeClr val="tx1"/>
                        </a:solidFill>
                      </a:rPr>
                      <a:t>-</a:t>
                    </a:r>
                    <a:endParaRPr lang="en-GB" sz="1800" b="0" baseline="-2500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0655" name="Line 165"/>
                  <p:cNvSpPr>
                    <a:spLocks noChangeShapeType="1"/>
                  </p:cNvSpPr>
                  <p:nvPr/>
                </p:nvSpPr>
                <p:spPr bwMode="auto">
                  <a:xfrm>
                    <a:off x="1344" y="2898"/>
                    <a:ext cx="170" cy="0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sp>
              <p:nvSpPr>
                <p:cNvPr id="20635" name="Line 145"/>
                <p:cNvSpPr>
                  <a:spLocks noChangeShapeType="1"/>
                </p:cNvSpPr>
                <p:nvPr/>
              </p:nvSpPr>
              <p:spPr bwMode="auto">
                <a:xfrm rot="5400000">
                  <a:off x="977" y="3249"/>
                  <a:ext cx="609" cy="0"/>
                </a:xfrm>
                <a:prstGeom prst="line">
                  <a:avLst/>
                </a:prstGeom>
                <a:noFill/>
                <a:ln w="19050">
                  <a:solidFill>
                    <a:srgbClr val="3164AB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9" name="Group 242"/>
              <p:cNvGrpSpPr>
                <a:grpSpLocks/>
              </p:cNvGrpSpPr>
              <p:nvPr/>
            </p:nvGrpSpPr>
            <p:grpSpPr bwMode="auto">
              <a:xfrm>
                <a:off x="1428" y="2871"/>
                <a:ext cx="570" cy="255"/>
                <a:chOff x="3660" y="3479"/>
                <a:chExt cx="570" cy="255"/>
              </a:xfrm>
            </p:grpSpPr>
            <p:sp>
              <p:nvSpPr>
                <p:cNvPr id="20631" name="Text Box 239"/>
                <p:cNvSpPr txBox="1">
                  <a:spLocks noChangeArrowheads="1"/>
                </p:cNvSpPr>
                <p:nvPr/>
              </p:nvSpPr>
              <p:spPr bwMode="auto">
                <a:xfrm>
                  <a:off x="3799" y="3479"/>
                  <a:ext cx="316" cy="23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algn="ctr"/>
                  <a:r>
                    <a:rPr lang="en-GB" sz="1800">
                      <a:solidFill>
                        <a:schemeClr val="tx1"/>
                      </a:solidFill>
                    </a:rPr>
                    <a:t>v</a:t>
                  </a:r>
                  <a:r>
                    <a:rPr lang="en-GB" sz="1800" baseline="-25000">
                      <a:solidFill>
                        <a:schemeClr val="tx1"/>
                      </a:solidFill>
                    </a:rPr>
                    <a:t>L</a:t>
                  </a:r>
                </a:p>
              </p:txBody>
            </p:sp>
            <p:sp>
              <p:nvSpPr>
                <p:cNvPr id="20632" name="Text Box 240"/>
                <p:cNvSpPr txBox="1">
                  <a:spLocks noChangeArrowheads="1"/>
                </p:cNvSpPr>
                <p:nvPr/>
              </p:nvSpPr>
              <p:spPr bwMode="auto">
                <a:xfrm>
                  <a:off x="3660" y="3501"/>
                  <a:ext cx="236" cy="23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algn="ctr"/>
                  <a:r>
                    <a:rPr lang="en-GB" sz="1800" b="0">
                      <a:solidFill>
                        <a:schemeClr val="tx1"/>
                      </a:solidFill>
                    </a:rPr>
                    <a:t>+</a:t>
                  </a:r>
                  <a:endParaRPr lang="en-GB" sz="1800" b="0" baseline="-250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0633" name="Text Box 241"/>
                <p:cNvSpPr txBox="1">
                  <a:spLocks noChangeArrowheads="1"/>
                </p:cNvSpPr>
                <p:nvPr/>
              </p:nvSpPr>
              <p:spPr bwMode="auto">
                <a:xfrm>
                  <a:off x="3994" y="3503"/>
                  <a:ext cx="236" cy="23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algn="ctr"/>
                  <a:r>
                    <a:rPr lang="en-GB" sz="1800" b="0">
                      <a:solidFill>
                        <a:schemeClr val="tx1"/>
                      </a:solidFill>
                    </a:rPr>
                    <a:t>-</a:t>
                  </a:r>
                  <a:endParaRPr lang="en-GB" sz="1800" b="0" baseline="-25000">
                    <a:solidFill>
                      <a:schemeClr val="tx1"/>
                    </a:solidFill>
                  </a:endParaRPr>
                </a:p>
              </p:txBody>
            </p:sp>
          </p:grpSp>
        </p:grpSp>
      </p:grpSp>
      <p:grpSp>
        <p:nvGrpSpPr>
          <p:cNvPr id="20" name="Group 260"/>
          <p:cNvGrpSpPr>
            <a:grpSpLocks/>
          </p:cNvGrpSpPr>
          <p:nvPr/>
        </p:nvGrpSpPr>
        <p:grpSpPr bwMode="auto">
          <a:xfrm>
            <a:off x="495300" y="2692400"/>
            <a:ext cx="3857625" cy="1922463"/>
            <a:chOff x="312" y="1696"/>
            <a:chExt cx="2430" cy="1211"/>
          </a:xfrm>
        </p:grpSpPr>
        <p:grpSp>
          <p:nvGrpSpPr>
            <p:cNvPr id="21" name="Group 233"/>
            <p:cNvGrpSpPr>
              <a:grpSpLocks/>
            </p:cNvGrpSpPr>
            <p:nvPr/>
          </p:nvGrpSpPr>
          <p:grpSpPr bwMode="auto">
            <a:xfrm>
              <a:off x="312" y="1719"/>
              <a:ext cx="664" cy="1188"/>
              <a:chOff x="312" y="1719"/>
              <a:chExt cx="664" cy="1188"/>
            </a:xfrm>
          </p:grpSpPr>
          <p:sp>
            <p:nvSpPr>
              <p:cNvPr id="20625" name="AutoShape 123"/>
              <p:cNvSpPr>
                <a:spLocks noChangeArrowheads="1"/>
              </p:cNvSpPr>
              <p:nvPr/>
            </p:nvSpPr>
            <p:spPr bwMode="auto">
              <a:xfrm flipH="1">
                <a:off x="361" y="1719"/>
                <a:ext cx="615" cy="1188"/>
              </a:xfrm>
              <a:prstGeom prst="leftArrow">
                <a:avLst>
                  <a:gd name="adj1" fmla="val 50000"/>
                  <a:gd name="adj2" fmla="val 25000"/>
                </a:avLst>
              </a:prstGeom>
              <a:solidFill>
                <a:srgbClr val="FFC000"/>
              </a:solidFill>
              <a:ln w="9525" algn="ctr">
                <a:solidFill>
                  <a:srgbClr val="7373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20626" name="Rectangle 124"/>
              <p:cNvSpPr>
                <a:spLocks noChangeArrowheads="1"/>
              </p:cNvSpPr>
              <p:nvPr/>
            </p:nvSpPr>
            <p:spPr bwMode="auto">
              <a:xfrm>
                <a:off x="312" y="1996"/>
                <a:ext cx="642" cy="634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/>
                <a:r>
                  <a:rPr lang="en-GB" dirty="0">
                    <a:solidFill>
                      <a:srgbClr val="737300"/>
                    </a:solidFill>
                  </a:rPr>
                  <a:t>S on, D off,</a:t>
                </a:r>
              </a:p>
              <a:p>
                <a:pPr algn="ctr"/>
                <a:r>
                  <a:rPr lang="en-GB" dirty="0" err="1">
                    <a:solidFill>
                      <a:srgbClr val="737300"/>
                    </a:solidFill>
                  </a:rPr>
                  <a:t>dT</a:t>
                </a:r>
                <a:endParaRPr lang="en-US" dirty="0">
                  <a:solidFill>
                    <a:srgbClr val="737300"/>
                  </a:solidFill>
                </a:endParaRPr>
              </a:p>
            </p:txBody>
          </p:sp>
        </p:grpSp>
        <p:grpSp>
          <p:nvGrpSpPr>
            <p:cNvPr id="22" name="Group 247"/>
            <p:cNvGrpSpPr>
              <a:grpSpLocks/>
            </p:cNvGrpSpPr>
            <p:nvPr/>
          </p:nvGrpSpPr>
          <p:grpSpPr bwMode="auto">
            <a:xfrm>
              <a:off x="1043" y="1696"/>
              <a:ext cx="1699" cy="955"/>
              <a:chOff x="1099" y="1760"/>
              <a:chExt cx="1699" cy="955"/>
            </a:xfrm>
          </p:grpSpPr>
          <p:sp>
            <p:nvSpPr>
              <p:cNvPr id="20578" name="Text Box 78"/>
              <p:cNvSpPr txBox="1">
                <a:spLocks noChangeArrowheads="1"/>
              </p:cNvSpPr>
              <p:nvPr/>
            </p:nvSpPr>
            <p:spPr bwMode="auto">
              <a:xfrm>
                <a:off x="2230" y="1815"/>
                <a:ext cx="244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/>
                <a:r>
                  <a:rPr lang="en-GB" sz="1800">
                    <a:solidFill>
                      <a:schemeClr val="tx1"/>
                    </a:solidFill>
                  </a:rPr>
                  <a:t>i</a:t>
                </a:r>
                <a:r>
                  <a:rPr lang="en-GB" sz="1800" baseline="-25000">
                    <a:solidFill>
                      <a:schemeClr val="tx1"/>
                    </a:solidFill>
                  </a:rPr>
                  <a:t>O</a:t>
                </a:r>
              </a:p>
            </p:txBody>
          </p:sp>
          <p:sp>
            <p:nvSpPr>
              <p:cNvPr id="20579" name="Text Box 79"/>
              <p:cNvSpPr txBox="1">
                <a:spLocks noChangeArrowheads="1"/>
              </p:cNvSpPr>
              <p:nvPr/>
            </p:nvSpPr>
            <p:spPr bwMode="auto">
              <a:xfrm>
                <a:off x="1279" y="1819"/>
                <a:ext cx="242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l"/>
                <a:r>
                  <a:rPr lang="en-GB" sz="1800">
                    <a:solidFill>
                      <a:schemeClr val="tx1"/>
                    </a:solidFill>
                  </a:rPr>
                  <a:t>i</a:t>
                </a:r>
                <a:r>
                  <a:rPr lang="en-GB" sz="1800" baseline="-25000">
                    <a:solidFill>
                      <a:schemeClr val="tx1"/>
                    </a:solidFill>
                  </a:rPr>
                  <a:t>L</a:t>
                </a:r>
              </a:p>
            </p:txBody>
          </p:sp>
          <p:sp>
            <p:nvSpPr>
              <p:cNvPr id="20580" name="Line 80"/>
              <p:cNvSpPr>
                <a:spLocks noChangeShapeType="1"/>
              </p:cNvSpPr>
              <p:nvPr/>
            </p:nvSpPr>
            <p:spPr bwMode="auto">
              <a:xfrm rot="10800000">
                <a:off x="1246" y="2713"/>
                <a:ext cx="1223" cy="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581" name="Line 81"/>
              <p:cNvSpPr>
                <a:spLocks noChangeShapeType="1"/>
              </p:cNvSpPr>
              <p:nvPr/>
            </p:nvSpPr>
            <p:spPr bwMode="auto">
              <a:xfrm rot="10800000">
                <a:off x="1253" y="2101"/>
                <a:ext cx="258" cy="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582" name="Text Box 82"/>
              <p:cNvSpPr txBox="1">
                <a:spLocks noChangeArrowheads="1"/>
              </p:cNvSpPr>
              <p:nvPr/>
            </p:nvSpPr>
            <p:spPr bwMode="auto">
              <a:xfrm>
                <a:off x="2192" y="2332"/>
                <a:ext cx="273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l"/>
                <a:r>
                  <a:rPr lang="en-GB" sz="1800" b="0">
                    <a:solidFill>
                      <a:schemeClr val="tx1"/>
                    </a:solidFill>
                  </a:rPr>
                  <a:t>R</a:t>
                </a:r>
                <a:r>
                  <a:rPr lang="en-GB" sz="1800" b="0" baseline="-25000">
                    <a:solidFill>
                      <a:schemeClr val="tx1"/>
                    </a:solidFill>
                  </a:rPr>
                  <a:t>L</a:t>
                </a:r>
              </a:p>
            </p:txBody>
          </p:sp>
          <p:sp>
            <p:nvSpPr>
              <p:cNvPr id="20583" name="Text Box 83"/>
              <p:cNvSpPr txBox="1">
                <a:spLocks noChangeArrowheads="1"/>
              </p:cNvSpPr>
              <p:nvPr/>
            </p:nvSpPr>
            <p:spPr bwMode="auto">
              <a:xfrm>
                <a:off x="1298" y="2359"/>
                <a:ext cx="317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l"/>
                <a:r>
                  <a:rPr lang="en-GB" sz="1800">
                    <a:solidFill>
                      <a:schemeClr val="tx1"/>
                    </a:solidFill>
                  </a:rPr>
                  <a:t>v</a:t>
                </a:r>
                <a:r>
                  <a:rPr lang="en-GB" sz="1800" baseline="-25000">
                    <a:solidFill>
                      <a:schemeClr val="tx1"/>
                    </a:solidFill>
                  </a:rPr>
                  <a:t>g</a:t>
                </a:r>
              </a:p>
            </p:txBody>
          </p:sp>
          <p:sp>
            <p:nvSpPr>
              <p:cNvPr id="20584" name="Text Box 84"/>
              <p:cNvSpPr txBox="1">
                <a:spLocks noChangeArrowheads="1"/>
              </p:cNvSpPr>
              <p:nvPr/>
            </p:nvSpPr>
            <p:spPr bwMode="auto">
              <a:xfrm>
                <a:off x="2482" y="2254"/>
                <a:ext cx="316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/>
                <a:r>
                  <a:rPr lang="en-GB" sz="1800">
                    <a:solidFill>
                      <a:schemeClr val="tx1"/>
                    </a:solidFill>
                  </a:rPr>
                  <a:t>v</a:t>
                </a:r>
                <a:r>
                  <a:rPr lang="en-GB" sz="1800" baseline="-25000">
                    <a:solidFill>
                      <a:schemeClr val="tx1"/>
                    </a:solidFill>
                  </a:rPr>
                  <a:t>O</a:t>
                </a:r>
              </a:p>
            </p:txBody>
          </p:sp>
          <p:grpSp>
            <p:nvGrpSpPr>
              <p:cNvPr id="23" name="Group 85"/>
              <p:cNvGrpSpPr>
                <a:grpSpLocks/>
              </p:cNvGrpSpPr>
              <p:nvPr/>
            </p:nvGrpSpPr>
            <p:grpSpPr bwMode="auto">
              <a:xfrm>
                <a:off x="2420" y="2304"/>
                <a:ext cx="97" cy="170"/>
                <a:chOff x="5177" y="2146"/>
                <a:chExt cx="97" cy="170"/>
              </a:xfrm>
            </p:grpSpPr>
            <p:sp>
              <p:nvSpPr>
                <p:cNvPr id="20617" name="Line 86"/>
                <p:cNvSpPr>
                  <a:spLocks noChangeShapeType="1"/>
                </p:cNvSpPr>
                <p:nvPr/>
              </p:nvSpPr>
              <p:spPr bwMode="auto">
                <a:xfrm rot="16200000" flipH="1">
                  <a:off x="5238" y="2134"/>
                  <a:ext cx="24" cy="48"/>
                </a:xfrm>
                <a:prstGeom prst="line">
                  <a:avLst/>
                </a:prstGeom>
                <a:noFill/>
                <a:ln w="1905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618" name="Line 87"/>
                <p:cNvSpPr>
                  <a:spLocks noChangeShapeType="1"/>
                </p:cNvSpPr>
                <p:nvPr/>
              </p:nvSpPr>
              <p:spPr bwMode="auto">
                <a:xfrm rot="-5400000">
                  <a:off x="5218" y="2132"/>
                  <a:ext cx="16" cy="91"/>
                </a:xfrm>
                <a:prstGeom prst="line">
                  <a:avLst/>
                </a:prstGeom>
                <a:noFill/>
                <a:ln w="1905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619" name="Line 88"/>
                <p:cNvSpPr>
                  <a:spLocks noChangeShapeType="1"/>
                </p:cNvSpPr>
                <p:nvPr/>
              </p:nvSpPr>
              <p:spPr bwMode="auto">
                <a:xfrm rot="16200000" flipH="1">
                  <a:off x="5205" y="2160"/>
                  <a:ext cx="35" cy="91"/>
                </a:xfrm>
                <a:prstGeom prst="line">
                  <a:avLst/>
                </a:prstGeom>
                <a:noFill/>
                <a:ln w="1905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grpSp>
              <p:nvGrpSpPr>
                <p:cNvPr id="24" name="Group 89"/>
                <p:cNvGrpSpPr>
                  <a:grpSpLocks/>
                </p:cNvGrpSpPr>
                <p:nvPr/>
              </p:nvGrpSpPr>
              <p:grpSpPr bwMode="auto">
                <a:xfrm rot="-5400000">
                  <a:off x="5201" y="2220"/>
                  <a:ext cx="50" cy="93"/>
                  <a:chOff x="2250" y="1869"/>
                  <a:chExt cx="87" cy="178"/>
                </a:xfrm>
              </p:grpSpPr>
              <p:sp>
                <p:nvSpPr>
                  <p:cNvPr id="20623" name="Line 90"/>
                  <p:cNvSpPr>
                    <a:spLocks noChangeShapeType="1"/>
                  </p:cNvSpPr>
                  <p:nvPr/>
                </p:nvSpPr>
                <p:spPr bwMode="auto">
                  <a:xfrm>
                    <a:off x="2250" y="1873"/>
                    <a:ext cx="27" cy="174"/>
                  </a:xfrm>
                  <a:prstGeom prst="line">
                    <a:avLst/>
                  </a:prstGeom>
                  <a:noFill/>
                  <a:ln w="19050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20624" name="Line 91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2276" y="1869"/>
                    <a:ext cx="61" cy="175"/>
                  </a:xfrm>
                  <a:prstGeom prst="line">
                    <a:avLst/>
                  </a:prstGeom>
                  <a:noFill/>
                  <a:ln w="19050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sp>
              <p:nvSpPr>
                <p:cNvPr id="20621" name="Line 92"/>
                <p:cNvSpPr>
                  <a:spLocks noChangeShapeType="1"/>
                </p:cNvSpPr>
                <p:nvPr/>
              </p:nvSpPr>
              <p:spPr bwMode="auto">
                <a:xfrm rot="-5400000">
                  <a:off x="5215" y="2185"/>
                  <a:ext cx="16" cy="91"/>
                </a:xfrm>
                <a:prstGeom prst="line">
                  <a:avLst/>
                </a:prstGeom>
                <a:noFill/>
                <a:ln w="1905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622" name="Line 93"/>
                <p:cNvSpPr>
                  <a:spLocks noChangeShapeType="1"/>
                </p:cNvSpPr>
                <p:nvPr/>
              </p:nvSpPr>
              <p:spPr bwMode="auto">
                <a:xfrm rot="16200000" flipH="1">
                  <a:off x="5191" y="2282"/>
                  <a:ext cx="23" cy="45"/>
                </a:xfrm>
                <a:prstGeom prst="line">
                  <a:avLst/>
                </a:prstGeom>
                <a:noFill/>
                <a:ln w="1905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20586" name="Line 94"/>
              <p:cNvSpPr>
                <a:spLocks noChangeShapeType="1"/>
              </p:cNvSpPr>
              <p:nvPr/>
            </p:nvSpPr>
            <p:spPr bwMode="auto">
              <a:xfrm>
                <a:off x="2467" y="2105"/>
                <a:ext cx="0" cy="196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587" name="Line 95"/>
              <p:cNvSpPr>
                <a:spLocks noChangeShapeType="1"/>
              </p:cNvSpPr>
              <p:nvPr/>
            </p:nvSpPr>
            <p:spPr bwMode="auto">
              <a:xfrm>
                <a:off x="2468" y="2475"/>
                <a:ext cx="0" cy="24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25" name="Group 96"/>
              <p:cNvGrpSpPr>
                <a:grpSpLocks/>
              </p:cNvGrpSpPr>
              <p:nvPr/>
            </p:nvGrpSpPr>
            <p:grpSpPr bwMode="auto">
              <a:xfrm>
                <a:off x="1099" y="2376"/>
                <a:ext cx="314" cy="81"/>
                <a:chOff x="962" y="1273"/>
                <a:chExt cx="314" cy="81"/>
              </a:xfrm>
            </p:grpSpPr>
            <p:sp>
              <p:nvSpPr>
                <p:cNvPr id="20615" name="Rectangle 97"/>
                <p:cNvSpPr>
                  <a:spLocks noChangeArrowheads="1"/>
                </p:cNvSpPr>
                <p:nvPr/>
              </p:nvSpPr>
              <p:spPr bwMode="auto">
                <a:xfrm>
                  <a:off x="1053" y="1314"/>
                  <a:ext cx="132" cy="40"/>
                </a:xfrm>
                <a:prstGeom prst="rect">
                  <a:avLst/>
                </a:prstGeom>
                <a:solidFill>
                  <a:srgbClr val="FF0000"/>
                </a:solidFill>
                <a:ln w="19050">
                  <a:solidFill>
                    <a:srgbClr val="FF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  <p:sp>
              <p:nvSpPr>
                <p:cNvPr id="20616" name="Line 98"/>
                <p:cNvSpPr>
                  <a:spLocks noChangeShapeType="1"/>
                </p:cNvSpPr>
                <p:nvPr/>
              </p:nvSpPr>
              <p:spPr bwMode="auto">
                <a:xfrm rot="10800000">
                  <a:off x="962" y="1273"/>
                  <a:ext cx="314" cy="0"/>
                </a:xfrm>
                <a:prstGeom prst="line">
                  <a:avLst/>
                </a:prstGeom>
                <a:noFill/>
                <a:ln w="1905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20589" name="Line 99"/>
              <p:cNvSpPr>
                <a:spLocks noChangeShapeType="1"/>
              </p:cNvSpPr>
              <p:nvPr/>
            </p:nvSpPr>
            <p:spPr bwMode="auto">
              <a:xfrm rot="5400000">
                <a:off x="1119" y="2240"/>
                <a:ext cx="273" cy="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590" name="Line 100"/>
              <p:cNvSpPr>
                <a:spLocks noChangeShapeType="1"/>
              </p:cNvSpPr>
              <p:nvPr/>
            </p:nvSpPr>
            <p:spPr bwMode="auto">
              <a:xfrm rot="5400000">
                <a:off x="1120" y="2579"/>
                <a:ext cx="270" cy="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591" name="Freeform 101"/>
              <p:cNvSpPr>
                <a:spLocks/>
              </p:cNvSpPr>
              <p:nvPr/>
            </p:nvSpPr>
            <p:spPr bwMode="auto">
              <a:xfrm>
                <a:off x="2185" y="2046"/>
                <a:ext cx="337" cy="130"/>
              </a:xfrm>
              <a:custGeom>
                <a:avLst/>
                <a:gdLst>
                  <a:gd name="T0" fmla="*/ 0 w 153"/>
                  <a:gd name="T1" fmla="*/ 0 h 234"/>
                  <a:gd name="T2" fmla="*/ 38458 w 153"/>
                  <a:gd name="T3" fmla="*/ 0 h 234"/>
                  <a:gd name="T4" fmla="*/ 38458 w 153"/>
                  <a:gd name="T5" fmla="*/ 4 h 234"/>
                  <a:gd name="T6" fmla="*/ 0 60000 65536"/>
                  <a:gd name="T7" fmla="*/ 0 60000 65536"/>
                  <a:gd name="T8" fmla="*/ 0 60000 65536"/>
                  <a:gd name="T9" fmla="*/ 0 w 153"/>
                  <a:gd name="T10" fmla="*/ 0 h 234"/>
                  <a:gd name="T11" fmla="*/ 153 w 153"/>
                  <a:gd name="T12" fmla="*/ 234 h 23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53" h="234">
                    <a:moveTo>
                      <a:pt x="0" y="0"/>
                    </a:moveTo>
                    <a:lnTo>
                      <a:pt x="153" y="0"/>
                    </a:lnTo>
                    <a:lnTo>
                      <a:pt x="153" y="234"/>
                    </a:lnTo>
                  </a:path>
                </a:pathLst>
              </a:cu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20592" name="Line 102"/>
              <p:cNvSpPr>
                <a:spLocks noChangeShapeType="1"/>
              </p:cNvSpPr>
              <p:nvPr/>
            </p:nvSpPr>
            <p:spPr bwMode="auto">
              <a:xfrm rot="10800000" flipH="1">
                <a:off x="1991" y="2103"/>
                <a:ext cx="0" cy="257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593" name="Line 103"/>
              <p:cNvSpPr>
                <a:spLocks noChangeShapeType="1"/>
              </p:cNvSpPr>
              <p:nvPr/>
            </p:nvSpPr>
            <p:spPr bwMode="auto">
              <a:xfrm>
                <a:off x="1990" y="2407"/>
                <a:ext cx="0" cy="302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26" name="Group 104"/>
              <p:cNvGrpSpPr>
                <a:grpSpLocks/>
              </p:cNvGrpSpPr>
              <p:nvPr/>
            </p:nvGrpSpPr>
            <p:grpSpPr bwMode="auto">
              <a:xfrm>
                <a:off x="1910" y="2361"/>
                <a:ext cx="159" cy="47"/>
                <a:chOff x="1530" y="2848"/>
                <a:chExt cx="125" cy="47"/>
              </a:xfrm>
            </p:grpSpPr>
            <p:sp>
              <p:nvSpPr>
                <p:cNvPr id="20613" name="Line 105"/>
                <p:cNvSpPr>
                  <a:spLocks noChangeShapeType="1"/>
                </p:cNvSpPr>
                <p:nvPr/>
              </p:nvSpPr>
              <p:spPr bwMode="auto">
                <a:xfrm>
                  <a:off x="1530" y="2848"/>
                  <a:ext cx="125" cy="0"/>
                </a:xfrm>
                <a:prstGeom prst="line">
                  <a:avLst/>
                </a:prstGeom>
                <a:noFill/>
                <a:ln w="3810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614" name="Line 106"/>
                <p:cNvSpPr>
                  <a:spLocks noChangeShapeType="1"/>
                </p:cNvSpPr>
                <p:nvPr/>
              </p:nvSpPr>
              <p:spPr bwMode="auto">
                <a:xfrm>
                  <a:off x="1530" y="2895"/>
                  <a:ext cx="125" cy="0"/>
                </a:xfrm>
                <a:prstGeom prst="line">
                  <a:avLst/>
                </a:prstGeom>
                <a:noFill/>
                <a:ln w="3810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7" name="Group 107"/>
              <p:cNvGrpSpPr>
                <a:grpSpLocks/>
              </p:cNvGrpSpPr>
              <p:nvPr/>
            </p:nvGrpSpPr>
            <p:grpSpPr bwMode="auto">
              <a:xfrm>
                <a:off x="1518" y="2036"/>
                <a:ext cx="304" cy="119"/>
                <a:chOff x="1793" y="897"/>
                <a:chExt cx="304" cy="119"/>
              </a:xfrm>
            </p:grpSpPr>
            <p:sp>
              <p:nvSpPr>
                <p:cNvPr id="20606" name="Arc 108"/>
                <p:cNvSpPr>
                  <a:spLocks/>
                </p:cNvSpPr>
                <p:nvPr/>
              </p:nvSpPr>
              <p:spPr bwMode="auto">
                <a:xfrm rot="5400000" flipH="1">
                  <a:off x="1876" y="884"/>
                  <a:ext cx="74" cy="101"/>
                </a:xfrm>
                <a:custGeom>
                  <a:avLst/>
                  <a:gdLst>
                    <a:gd name="T0" fmla="*/ 0 w 21600"/>
                    <a:gd name="T1" fmla="*/ 0 h 43099"/>
                    <a:gd name="T2" fmla="*/ 0 w 21600"/>
                    <a:gd name="T3" fmla="*/ 0 h 43099"/>
                    <a:gd name="T4" fmla="*/ 0 w 21600"/>
                    <a:gd name="T5" fmla="*/ 0 h 43099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43099"/>
                    <a:gd name="T11" fmla="*/ 21600 w 21600"/>
                    <a:gd name="T12" fmla="*/ 43099 h 43099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43099" fill="none" extrusionOk="0">
                      <a:moveTo>
                        <a:pt x="1802" y="0"/>
                      </a:moveTo>
                      <a:cubicBezTo>
                        <a:pt x="12994" y="937"/>
                        <a:pt x="21600" y="10294"/>
                        <a:pt x="21600" y="21525"/>
                      </a:cubicBezTo>
                      <a:cubicBezTo>
                        <a:pt x="21600" y="33043"/>
                        <a:pt x="12561" y="42535"/>
                        <a:pt x="1057" y="43099"/>
                      </a:cubicBezTo>
                    </a:path>
                    <a:path w="21600" h="43099" stroke="0" extrusionOk="0">
                      <a:moveTo>
                        <a:pt x="1802" y="0"/>
                      </a:moveTo>
                      <a:cubicBezTo>
                        <a:pt x="12994" y="937"/>
                        <a:pt x="21600" y="10294"/>
                        <a:pt x="21600" y="21525"/>
                      </a:cubicBezTo>
                      <a:cubicBezTo>
                        <a:pt x="21600" y="33043"/>
                        <a:pt x="12561" y="42535"/>
                        <a:pt x="1057" y="43099"/>
                      </a:cubicBezTo>
                      <a:lnTo>
                        <a:pt x="0" y="21525"/>
                      </a:lnTo>
                      <a:close/>
                    </a:path>
                  </a:pathLst>
                </a:custGeom>
                <a:noFill/>
                <a:ln w="1905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0607" name="Arc 109"/>
                <p:cNvSpPr>
                  <a:spLocks/>
                </p:cNvSpPr>
                <p:nvPr/>
              </p:nvSpPr>
              <p:spPr bwMode="auto">
                <a:xfrm rot="5400000">
                  <a:off x="1855" y="974"/>
                  <a:ext cx="49" cy="33"/>
                </a:xfrm>
                <a:custGeom>
                  <a:avLst/>
                  <a:gdLst>
                    <a:gd name="T0" fmla="*/ 0 w 21600"/>
                    <a:gd name="T1" fmla="*/ 0 h 43174"/>
                    <a:gd name="T2" fmla="*/ 0 w 21600"/>
                    <a:gd name="T3" fmla="*/ 0 h 43174"/>
                    <a:gd name="T4" fmla="*/ 0 w 21600"/>
                    <a:gd name="T5" fmla="*/ 0 h 43174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43174"/>
                    <a:gd name="T11" fmla="*/ 21600 w 21600"/>
                    <a:gd name="T12" fmla="*/ 43174 h 43174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43174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118"/>
                        <a:pt x="12561" y="42610"/>
                        <a:pt x="1057" y="43174"/>
                      </a:cubicBezTo>
                    </a:path>
                    <a:path w="21600" h="43174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118"/>
                        <a:pt x="12561" y="42610"/>
                        <a:pt x="1057" y="43174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1905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0608" name="Arc 110"/>
                <p:cNvSpPr>
                  <a:spLocks/>
                </p:cNvSpPr>
                <p:nvPr/>
              </p:nvSpPr>
              <p:spPr bwMode="auto">
                <a:xfrm rot="5400000" flipH="1">
                  <a:off x="1801" y="889"/>
                  <a:ext cx="88" cy="103"/>
                </a:xfrm>
                <a:custGeom>
                  <a:avLst/>
                  <a:gdLst>
                    <a:gd name="T0" fmla="*/ 0 w 21600"/>
                    <a:gd name="T1" fmla="*/ 0 h 42611"/>
                    <a:gd name="T2" fmla="*/ 0 w 21600"/>
                    <a:gd name="T3" fmla="*/ 0 h 42611"/>
                    <a:gd name="T4" fmla="*/ 0 w 21600"/>
                    <a:gd name="T5" fmla="*/ 0 h 42611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42611"/>
                    <a:gd name="T11" fmla="*/ 21600 w 21600"/>
                    <a:gd name="T12" fmla="*/ 42611 h 42611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42611" fill="none" extrusionOk="0">
                      <a:moveTo>
                        <a:pt x="3562" y="-1"/>
                      </a:moveTo>
                      <a:cubicBezTo>
                        <a:pt x="13972" y="1740"/>
                        <a:pt x="21600" y="10749"/>
                        <a:pt x="21600" y="21304"/>
                      </a:cubicBezTo>
                      <a:cubicBezTo>
                        <a:pt x="21600" y="31864"/>
                        <a:pt x="13963" y="40877"/>
                        <a:pt x="3545" y="42610"/>
                      </a:cubicBezTo>
                    </a:path>
                    <a:path w="21600" h="42611" stroke="0" extrusionOk="0">
                      <a:moveTo>
                        <a:pt x="3562" y="-1"/>
                      </a:moveTo>
                      <a:cubicBezTo>
                        <a:pt x="13972" y="1740"/>
                        <a:pt x="21600" y="10749"/>
                        <a:pt x="21600" y="21304"/>
                      </a:cubicBezTo>
                      <a:cubicBezTo>
                        <a:pt x="21600" y="31864"/>
                        <a:pt x="13963" y="40877"/>
                        <a:pt x="3545" y="42610"/>
                      </a:cubicBezTo>
                      <a:lnTo>
                        <a:pt x="0" y="21304"/>
                      </a:lnTo>
                      <a:close/>
                    </a:path>
                  </a:pathLst>
                </a:custGeom>
                <a:noFill/>
                <a:ln w="1905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0609" name="Arc 111"/>
                <p:cNvSpPr>
                  <a:spLocks/>
                </p:cNvSpPr>
                <p:nvPr/>
              </p:nvSpPr>
              <p:spPr bwMode="auto">
                <a:xfrm rot="5400000">
                  <a:off x="1922" y="973"/>
                  <a:ext cx="49" cy="33"/>
                </a:xfrm>
                <a:custGeom>
                  <a:avLst/>
                  <a:gdLst>
                    <a:gd name="T0" fmla="*/ 0 w 21600"/>
                    <a:gd name="T1" fmla="*/ 0 h 43174"/>
                    <a:gd name="T2" fmla="*/ 0 w 21600"/>
                    <a:gd name="T3" fmla="*/ 0 h 43174"/>
                    <a:gd name="T4" fmla="*/ 0 w 21600"/>
                    <a:gd name="T5" fmla="*/ 0 h 43174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43174"/>
                    <a:gd name="T11" fmla="*/ 21600 w 21600"/>
                    <a:gd name="T12" fmla="*/ 43174 h 43174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43174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118"/>
                        <a:pt x="12561" y="42610"/>
                        <a:pt x="1057" y="43174"/>
                      </a:cubicBezTo>
                    </a:path>
                    <a:path w="21600" h="43174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118"/>
                        <a:pt x="12561" y="42610"/>
                        <a:pt x="1057" y="43174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1905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0610" name="Arc 112"/>
                <p:cNvSpPr>
                  <a:spLocks/>
                </p:cNvSpPr>
                <p:nvPr/>
              </p:nvSpPr>
              <p:spPr bwMode="auto">
                <a:xfrm rot="5400000" flipH="1">
                  <a:off x="1943" y="885"/>
                  <a:ext cx="74" cy="101"/>
                </a:xfrm>
                <a:custGeom>
                  <a:avLst/>
                  <a:gdLst>
                    <a:gd name="T0" fmla="*/ 0 w 21600"/>
                    <a:gd name="T1" fmla="*/ 0 h 43099"/>
                    <a:gd name="T2" fmla="*/ 0 w 21600"/>
                    <a:gd name="T3" fmla="*/ 0 h 43099"/>
                    <a:gd name="T4" fmla="*/ 0 w 21600"/>
                    <a:gd name="T5" fmla="*/ 0 h 43099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43099"/>
                    <a:gd name="T11" fmla="*/ 21600 w 21600"/>
                    <a:gd name="T12" fmla="*/ 43099 h 43099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43099" fill="none" extrusionOk="0">
                      <a:moveTo>
                        <a:pt x="1802" y="0"/>
                      </a:moveTo>
                      <a:cubicBezTo>
                        <a:pt x="12994" y="937"/>
                        <a:pt x="21600" y="10294"/>
                        <a:pt x="21600" y="21525"/>
                      </a:cubicBezTo>
                      <a:cubicBezTo>
                        <a:pt x="21600" y="33043"/>
                        <a:pt x="12561" y="42535"/>
                        <a:pt x="1057" y="43099"/>
                      </a:cubicBezTo>
                    </a:path>
                    <a:path w="21600" h="43099" stroke="0" extrusionOk="0">
                      <a:moveTo>
                        <a:pt x="1802" y="0"/>
                      </a:moveTo>
                      <a:cubicBezTo>
                        <a:pt x="12994" y="937"/>
                        <a:pt x="21600" y="10294"/>
                        <a:pt x="21600" y="21525"/>
                      </a:cubicBezTo>
                      <a:cubicBezTo>
                        <a:pt x="21600" y="33043"/>
                        <a:pt x="12561" y="42535"/>
                        <a:pt x="1057" y="43099"/>
                      </a:cubicBezTo>
                      <a:lnTo>
                        <a:pt x="0" y="21525"/>
                      </a:lnTo>
                      <a:close/>
                    </a:path>
                  </a:pathLst>
                </a:custGeom>
                <a:noFill/>
                <a:ln w="1905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0611" name="Arc 113"/>
                <p:cNvSpPr>
                  <a:spLocks/>
                </p:cNvSpPr>
                <p:nvPr/>
              </p:nvSpPr>
              <p:spPr bwMode="auto">
                <a:xfrm rot="5400000">
                  <a:off x="1989" y="975"/>
                  <a:ext cx="49" cy="33"/>
                </a:xfrm>
                <a:custGeom>
                  <a:avLst/>
                  <a:gdLst>
                    <a:gd name="T0" fmla="*/ 0 w 21600"/>
                    <a:gd name="T1" fmla="*/ 0 h 43174"/>
                    <a:gd name="T2" fmla="*/ 0 w 21600"/>
                    <a:gd name="T3" fmla="*/ 0 h 43174"/>
                    <a:gd name="T4" fmla="*/ 0 w 21600"/>
                    <a:gd name="T5" fmla="*/ 0 h 43174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43174"/>
                    <a:gd name="T11" fmla="*/ 21600 w 21600"/>
                    <a:gd name="T12" fmla="*/ 43174 h 43174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43174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118"/>
                        <a:pt x="12561" y="42610"/>
                        <a:pt x="1057" y="43174"/>
                      </a:cubicBezTo>
                    </a:path>
                    <a:path w="21600" h="43174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118"/>
                        <a:pt x="12561" y="42610"/>
                        <a:pt x="1057" y="43174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1905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0612" name="Arc 114"/>
                <p:cNvSpPr>
                  <a:spLocks/>
                </p:cNvSpPr>
                <p:nvPr/>
              </p:nvSpPr>
              <p:spPr bwMode="auto">
                <a:xfrm rot="5400000" flipH="1">
                  <a:off x="2010" y="885"/>
                  <a:ext cx="74" cy="101"/>
                </a:xfrm>
                <a:custGeom>
                  <a:avLst/>
                  <a:gdLst>
                    <a:gd name="T0" fmla="*/ 0 w 21600"/>
                    <a:gd name="T1" fmla="*/ 0 h 43099"/>
                    <a:gd name="T2" fmla="*/ 0 w 21600"/>
                    <a:gd name="T3" fmla="*/ 0 h 43099"/>
                    <a:gd name="T4" fmla="*/ 0 w 21600"/>
                    <a:gd name="T5" fmla="*/ 0 h 43099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43099"/>
                    <a:gd name="T11" fmla="*/ 21600 w 21600"/>
                    <a:gd name="T12" fmla="*/ 43099 h 43099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43099" fill="none" extrusionOk="0">
                      <a:moveTo>
                        <a:pt x="1802" y="0"/>
                      </a:moveTo>
                      <a:cubicBezTo>
                        <a:pt x="12994" y="937"/>
                        <a:pt x="21600" y="10294"/>
                        <a:pt x="21600" y="21525"/>
                      </a:cubicBezTo>
                      <a:cubicBezTo>
                        <a:pt x="21600" y="33043"/>
                        <a:pt x="12561" y="42535"/>
                        <a:pt x="1057" y="43099"/>
                      </a:cubicBezTo>
                    </a:path>
                    <a:path w="21600" h="43099" stroke="0" extrusionOk="0">
                      <a:moveTo>
                        <a:pt x="1802" y="0"/>
                      </a:moveTo>
                      <a:cubicBezTo>
                        <a:pt x="12994" y="937"/>
                        <a:pt x="21600" y="10294"/>
                        <a:pt x="21600" y="21525"/>
                      </a:cubicBezTo>
                      <a:cubicBezTo>
                        <a:pt x="21600" y="33043"/>
                        <a:pt x="12561" y="42535"/>
                        <a:pt x="1057" y="43099"/>
                      </a:cubicBezTo>
                      <a:lnTo>
                        <a:pt x="0" y="21525"/>
                      </a:lnTo>
                      <a:close/>
                    </a:path>
                  </a:pathLst>
                </a:custGeom>
                <a:noFill/>
                <a:ln w="1905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sp>
            <p:nvSpPr>
              <p:cNvPr id="20596" name="Line 115"/>
              <p:cNvSpPr>
                <a:spLocks noChangeShapeType="1"/>
              </p:cNvSpPr>
              <p:nvPr/>
            </p:nvSpPr>
            <p:spPr bwMode="auto">
              <a:xfrm rot="10800000">
                <a:off x="1819" y="2104"/>
                <a:ext cx="650" cy="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597" name="Text Box 116"/>
              <p:cNvSpPr txBox="1">
                <a:spLocks noChangeArrowheads="1"/>
              </p:cNvSpPr>
              <p:nvPr/>
            </p:nvSpPr>
            <p:spPr bwMode="auto">
              <a:xfrm>
                <a:off x="1987" y="2135"/>
                <a:ext cx="220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lang="en-GB" sz="1800" b="0">
                    <a:solidFill>
                      <a:schemeClr val="tx1"/>
                    </a:solidFill>
                  </a:rPr>
                  <a:t>C</a:t>
                </a:r>
                <a:endParaRPr lang="en-GB" sz="1800" b="0" baseline="-25000">
                  <a:solidFill>
                    <a:schemeClr val="tx1"/>
                  </a:solidFill>
                </a:endParaRPr>
              </a:p>
            </p:txBody>
          </p:sp>
          <p:sp>
            <p:nvSpPr>
              <p:cNvPr id="20598" name="Text Box 117"/>
              <p:cNvSpPr txBox="1">
                <a:spLocks noChangeArrowheads="1"/>
              </p:cNvSpPr>
              <p:nvPr/>
            </p:nvSpPr>
            <p:spPr bwMode="auto">
              <a:xfrm>
                <a:off x="1658" y="2120"/>
                <a:ext cx="196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lang="en-GB" sz="1800" b="0">
                    <a:solidFill>
                      <a:schemeClr val="tx1"/>
                    </a:solidFill>
                  </a:rPr>
                  <a:t>L</a:t>
                </a:r>
                <a:endParaRPr lang="en-GB" sz="1800" b="0" baseline="-25000">
                  <a:solidFill>
                    <a:schemeClr val="tx1"/>
                  </a:solidFill>
                </a:endParaRPr>
              </a:p>
            </p:txBody>
          </p:sp>
          <p:sp>
            <p:nvSpPr>
              <p:cNvPr id="20599" name="Text Box 118"/>
              <p:cNvSpPr txBox="1">
                <a:spLocks noChangeArrowheads="1"/>
              </p:cNvSpPr>
              <p:nvPr/>
            </p:nvSpPr>
            <p:spPr bwMode="auto">
              <a:xfrm>
                <a:off x="2444" y="2146"/>
                <a:ext cx="236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/>
                <a:r>
                  <a:rPr lang="en-GB" sz="1800" b="0">
                    <a:solidFill>
                      <a:schemeClr val="tx1"/>
                    </a:solidFill>
                  </a:rPr>
                  <a:t>+</a:t>
                </a:r>
                <a:endParaRPr lang="en-GB" sz="1800" b="0" baseline="-25000">
                  <a:solidFill>
                    <a:schemeClr val="tx1"/>
                  </a:solidFill>
                </a:endParaRPr>
              </a:p>
            </p:txBody>
          </p:sp>
          <p:sp>
            <p:nvSpPr>
              <p:cNvPr id="20600" name="Text Box 119"/>
              <p:cNvSpPr txBox="1">
                <a:spLocks noChangeArrowheads="1"/>
              </p:cNvSpPr>
              <p:nvPr/>
            </p:nvSpPr>
            <p:spPr bwMode="auto">
              <a:xfrm>
                <a:off x="2444" y="2412"/>
                <a:ext cx="236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/>
                <a:r>
                  <a:rPr lang="en-GB" sz="1800" b="0">
                    <a:solidFill>
                      <a:schemeClr val="tx1"/>
                    </a:solidFill>
                  </a:rPr>
                  <a:t>-</a:t>
                </a:r>
                <a:endParaRPr lang="en-GB" sz="1800" b="0" baseline="-25000">
                  <a:solidFill>
                    <a:schemeClr val="tx1"/>
                  </a:solidFill>
                </a:endParaRPr>
              </a:p>
            </p:txBody>
          </p:sp>
          <p:sp>
            <p:nvSpPr>
              <p:cNvPr id="20601" name="Line 120"/>
              <p:cNvSpPr>
                <a:spLocks noChangeShapeType="1"/>
              </p:cNvSpPr>
              <p:nvPr/>
            </p:nvSpPr>
            <p:spPr bwMode="auto">
              <a:xfrm>
                <a:off x="1318" y="2057"/>
                <a:ext cx="17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28" name="Group 243"/>
              <p:cNvGrpSpPr>
                <a:grpSpLocks/>
              </p:cNvGrpSpPr>
              <p:nvPr/>
            </p:nvGrpSpPr>
            <p:grpSpPr bwMode="auto">
              <a:xfrm>
                <a:off x="1421" y="1760"/>
                <a:ext cx="570" cy="255"/>
                <a:chOff x="3660" y="3479"/>
                <a:chExt cx="570" cy="255"/>
              </a:xfrm>
            </p:grpSpPr>
            <p:sp>
              <p:nvSpPr>
                <p:cNvPr id="20603" name="Text Box 244"/>
                <p:cNvSpPr txBox="1">
                  <a:spLocks noChangeArrowheads="1"/>
                </p:cNvSpPr>
                <p:nvPr/>
              </p:nvSpPr>
              <p:spPr bwMode="auto">
                <a:xfrm>
                  <a:off x="3799" y="3479"/>
                  <a:ext cx="316" cy="23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algn="ctr"/>
                  <a:r>
                    <a:rPr lang="en-GB" sz="1800">
                      <a:solidFill>
                        <a:schemeClr val="tx1"/>
                      </a:solidFill>
                    </a:rPr>
                    <a:t>v</a:t>
                  </a:r>
                  <a:r>
                    <a:rPr lang="en-GB" sz="1800" baseline="-25000">
                      <a:solidFill>
                        <a:schemeClr val="tx1"/>
                      </a:solidFill>
                    </a:rPr>
                    <a:t>L</a:t>
                  </a:r>
                </a:p>
              </p:txBody>
            </p:sp>
            <p:sp>
              <p:nvSpPr>
                <p:cNvPr id="20604" name="Text Box 245"/>
                <p:cNvSpPr txBox="1">
                  <a:spLocks noChangeArrowheads="1"/>
                </p:cNvSpPr>
                <p:nvPr/>
              </p:nvSpPr>
              <p:spPr bwMode="auto">
                <a:xfrm>
                  <a:off x="3660" y="3501"/>
                  <a:ext cx="236" cy="23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algn="ctr"/>
                  <a:r>
                    <a:rPr lang="en-GB" sz="1800" b="0">
                      <a:solidFill>
                        <a:schemeClr val="tx1"/>
                      </a:solidFill>
                    </a:rPr>
                    <a:t>+</a:t>
                  </a:r>
                  <a:endParaRPr lang="en-GB" sz="1800" b="0" baseline="-250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0605" name="Text Box 246"/>
                <p:cNvSpPr txBox="1">
                  <a:spLocks noChangeArrowheads="1"/>
                </p:cNvSpPr>
                <p:nvPr/>
              </p:nvSpPr>
              <p:spPr bwMode="auto">
                <a:xfrm>
                  <a:off x="3994" y="3503"/>
                  <a:ext cx="236" cy="23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algn="ctr"/>
                  <a:r>
                    <a:rPr lang="en-GB" sz="1800" b="0">
                      <a:solidFill>
                        <a:schemeClr val="tx1"/>
                      </a:solidFill>
                    </a:rPr>
                    <a:t>-</a:t>
                  </a:r>
                  <a:endParaRPr lang="en-GB" sz="1800" b="0" baseline="-25000">
                    <a:solidFill>
                      <a:schemeClr val="tx1"/>
                    </a:solidFill>
                  </a:endParaRPr>
                </a:p>
              </p:txBody>
            </p:sp>
          </p:grpSp>
        </p:grpSp>
      </p:grpSp>
      <p:grpSp>
        <p:nvGrpSpPr>
          <p:cNvPr id="29" name="Group 257"/>
          <p:cNvGrpSpPr>
            <a:grpSpLocks/>
          </p:cNvGrpSpPr>
          <p:nvPr/>
        </p:nvGrpSpPr>
        <p:grpSpPr bwMode="auto">
          <a:xfrm>
            <a:off x="5795963" y="1665288"/>
            <a:ext cx="1790700" cy="3194050"/>
            <a:chOff x="3651" y="1337"/>
            <a:chExt cx="1128" cy="2012"/>
          </a:xfrm>
        </p:grpSpPr>
        <p:sp>
          <p:nvSpPr>
            <p:cNvPr id="20568" name="Line 197"/>
            <p:cNvSpPr>
              <a:spLocks noChangeShapeType="1"/>
            </p:cNvSpPr>
            <p:nvPr/>
          </p:nvSpPr>
          <p:spPr bwMode="auto">
            <a:xfrm>
              <a:off x="4226" y="2870"/>
              <a:ext cx="0" cy="45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69" name="Line 198"/>
            <p:cNvSpPr>
              <a:spLocks noChangeShapeType="1"/>
            </p:cNvSpPr>
            <p:nvPr/>
          </p:nvSpPr>
          <p:spPr bwMode="auto">
            <a:xfrm>
              <a:off x="3651" y="3312"/>
              <a:ext cx="56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70" name="Rectangle 199"/>
            <p:cNvSpPr>
              <a:spLocks noChangeArrowheads="1"/>
            </p:cNvSpPr>
            <p:nvPr/>
          </p:nvSpPr>
          <p:spPr bwMode="auto">
            <a:xfrm>
              <a:off x="3858" y="3120"/>
              <a:ext cx="202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l" defTabSz="762000" eaLnBrk="0" hangingPunct="0"/>
              <a:r>
                <a:rPr lang="es-ES" sz="1800">
                  <a:solidFill>
                    <a:schemeClr val="tx1"/>
                  </a:solidFill>
                  <a:latin typeface="Arial" charset="0"/>
                </a:rPr>
                <a:t>T</a:t>
              </a:r>
            </a:p>
          </p:txBody>
        </p:sp>
        <p:sp>
          <p:nvSpPr>
            <p:cNvPr id="20571" name="Line 200"/>
            <p:cNvSpPr>
              <a:spLocks noChangeShapeType="1"/>
            </p:cNvSpPr>
            <p:nvPr/>
          </p:nvSpPr>
          <p:spPr bwMode="auto">
            <a:xfrm flipH="1" flipV="1">
              <a:off x="3925" y="1638"/>
              <a:ext cx="309" cy="208"/>
            </a:xfrm>
            <a:prstGeom prst="line">
              <a:avLst/>
            </a:prstGeom>
            <a:noFill/>
            <a:ln w="38100">
              <a:solidFill>
                <a:srgbClr val="3164AB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72" name="Freeform 203"/>
            <p:cNvSpPr>
              <a:spLocks/>
            </p:cNvSpPr>
            <p:nvPr/>
          </p:nvSpPr>
          <p:spPr bwMode="auto">
            <a:xfrm flipV="1">
              <a:off x="3923" y="1337"/>
              <a:ext cx="294" cy="143"/>
            </a:xfrm>
            <a:custGeom>
              <a:avLst/>
              <a:gdLst>
                <a:gd name="T0" fmla="*/ 1 w 294"/>
                <a:gd name="T1" fmla="*/ 3 h 284"/>
                <a:gd name="T2" fmla="*/ 0 w 294"/>
                <a:gd name="T3" fmla="*/ 0 h 284"/>
                <a:gd name="T4" fmla="*/ 294 w 294"/>
                <a:gd name="T5" fmla="*/ 0 h 284"/>
                <a:gd name="T6" fmla="*/ 293 w 294"/>
                <a:gd name="T7" fmla="*/ 3 h 28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94"/>
                <a:gd name="T13" fmla="*/ 0 h 284"/>
                <a:gd name="T14" fmla="*/ 294 w 294"/>
                <a:gd name="T15" fmla="*/ 284 h 28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94" h="284">
                  <a:moveTo>
                    <a:pt x="1" y="284"/>
                  </a:moveTo>
                  <a:lnTo>
                    <a:pt x="0" y="0"/>
                  </a:lnTo>
                  <a:lnTo>
                    <a:pt x="294" y="0"/>
                  </a:lnTo>
                  <a:lnTo>
                    <a:pt x="293" y="284"/>
                  </a:lnTo>
                </a:path>
              </a:pathLst>
            </a:custGeom>
            <a:noFill/>
            <a:ln w="38100" cap="rnd">
              <a:solidFill>
                <a:srgbClr val="660066"/>
              </a:solidFill>
              <a:round/>
              <a:headEnd/>
              <a:tailE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20573" name="Freeform 216"/>
            <p:cNvSpPr>
              <a:spLocks/>
            </p:cNvSpPr>
            <p:nvPr/>
          </p:nvSpPr>
          <p:spPr bwMode="auto">
            <a:xfrm flipV="1">
              <a:off x="3935" y="2633"/>
              <a:ext cx="299" cy="218"/>
            </a:xfrm>
            <a:custGeom>
              <a:avLst/>
              <a:gdLst>
                <a:gd name="T0" fmla="*/ 1 w 293"/>
                <a:gd name="T1" fmla="*/ 4 h 421"/>
                <a:gd name="T2" fmla="*/ 0 w 293"/>
                <a:gd name="T3" fmla="*/ 0 h 421"/>
                <a:gd name="T4" fmla="*/ 337 w 293"/>
                <a:gd name="T5" fmla="*/ 0 h 421"/>
                <a:gd name="T6" fmla="*/ 337 w 293"/>
                <a:gd name="T7" fmla="*/ 4 h 42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93"/>
                <a:gd name="T13" fmla="*/ 0 h 421"/>
                <a:gd name="T14" fmla="*/ 293 w 293"/>
                <a:gd name="T15" fmla="*/ 421 h 42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93" h="421">
                  <a:moveTo>
                    <a:pt x="1" y="421"/>
                  </a:moveTo>
                  <a:lnTo>
                    <a:pt x="0" y="0"/>
                  </a:lnTo>
                  <a:lnTo>
                    <a:pt x="293" y="0"/>
                  </a:lnTo>
                  <a:lnTo>
                    <a:pt x="293" y="421"/>
                  </a:lnTo>
                </a:path>
              </a:pathLst>
            </a:custGeom>
            <a:noFill/>
            <a:ln w="38100" cap="rnd">
              <a:solidFill>
                <a:srgbClr val="3164AB"/>
              </a:solidFill>
              <a:round/>
              <a:headEnd/>
              <a:tailE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20574" name="Rectangle 230"/>
            <p:cNvSpPr>
              <a:spLocks noChangeArrowheads="1"/>
            </p:cNvSpPr>
            <p:nvPr/>
          </p:nvSpPr>
          <p:spPr bwMode="auto">
            <a:xfrm>
              <a:off x="4201" y="2741"/>
              <a:ext cx="578" cy="24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8" tIns="44450" rIns="90488" bIns="44450">
              <a:spAutoFit/>
            </a:bodyPr>
            <a:lstStyle/>
            <a:p>
              <a:pPr algn="l" defTabSz="762000" eaLnBrk="0" hangingPunct="0"/>
              <a:r>
                <a:rPr lang="es-ES" b="0">
                  <a:solidFill>
                    <a:schemeClr val="tx1"/>
                  </a:solidFill>
                </a:rPr>
                <a:t>- v</a:t>
              </a:r>
              <a:r>
                <a:rPr lang="es-ES" b="0" baseline="-25000">
                  <a:solidFill>
                    <a:schemeClr val="tx1"/>
                  </a:solidFill>
                </a:rPr>
                <a:t>O</a:t>
              </a:r>
            </a:p>
          </p:txBody>
        </p:sp>
        <p:sp>
          <p:nvSpPr>
            <p:cNvPr id="20575" name="Line 249"/>
            <p:cNvSpPr>
              <a:spLocks noChangeShapeType="1"/>
            </p:cNvSpPr>
            <p:nvPr/>
          </p:nvSpPr>
          <p:spPr bwMode="auto">
            <a:xfrm>
              <a:off x="3927" y="1737"/>
              <a:ext cx="302" cy="0"/>
            </a:xfrm>
            <a:prstGeom prst="line">
              <a:avLst/>
            </a:prstGeom>
            <a:noFill/>
            <a:ln w="38100">
              <a:solidFill>
                <a:srgbClr val="3164AB"/>
              </a:solidFill>
              <a:round/>
              <a:headEnd/>
              <a:tailEnd/>
            </a:ln>
          </p:spPr>
          <p:txBody>
            <a:bodyPr anchor="ctr"/>
            <a:lstStyle/>
            <a:p>
              <a:endParaRPr lang="en-US"/>
            </a:p>
          </p:txBody>
        </p:sp>
      </p:grpSp>
      <p:grpSp>
        <p:nvGrpSpPr>
          <p:cNvPr id="30" name="Group 258"/>
          <p:cNvGrpSpPr>
            <a:grpSpLocks/>
          </p:cNvGrpSpPr>
          <p:nvPr/>
        </p:nvGrpSpPr>
        <p:grpSpPr bwMode="auto">
          <a:xfrm>
            <a:off x="6691313" y="1431925"/>
            <a:ext cx="500062" cy="2268538"/>
            <a:chOff x="4215" y="1190"/>
            <a:chExt cx="315" cy="1429"/>
          </a:xfrm>
        </p:grpSpPr>
        <p:sp>
          <p:nvSpPr>
            <p:cNvPr id="20564" name="Line 205"/>
            <p:cNvSpPr>
              <a:spLocks noChangeShapeType="1"/>
            </p:cNvSpPr>
            <p:nvPr/>
          </p:nvSpPr>
          <p:spPr bwMode="auto">
            <a:xfrm flipV="1">
              <a:off x="4230" y="1638"/>
              <a:ext cx="282" cy="208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65" name="Freeform 208"/>
            <p:cNvSpPr>
              <a:spLocks/>
            </p:cNvSpPr>
            <p:nvPr/>
          </p:nvSpPr>
          <p:spPr bwMode="auto">
            <a:xfrm>
              <a:off x="4215" y="1190"/>
              <a:ext cx="294" cy="143"/>
            </a:xfrm>
            <a:custGeom>
              <a:avLst/>
              <a:gdLst>
                <a:gd name="T0" fmla="*/ 1 w 294"/>
                <a:gd name="T1" fmla="*/ 3 h 284"/>
                <a:gd name="T2" fmla="*/ 0 w 294"/>
                <a:gd name="T3" fmla="*/ 0 h 284"/>
                <a:gd name="T4" fmla="*/ 294 w 294"/>
                <a:gd name="T5" fmla="*/ 0 h 284"/>
                <a:gd name="T6" fmla="*/ 293 w 294"/>
                <a:gd name="T7" fmla="*/ 3 h 28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94"/>
                <a:gd name="T13" fmla="*/ 0 h 284"/>
                <a:gd name="T14" fmla="*/ 294 w 294"/>
                <a:gd name="T15" fmla="*/ 284 h 28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94" h="284">
                  <a:moveTo>
                    <a:pt x="1" y="284"/>
                  </a:moveTo>
                  <a:lnTo>
                    <a:pt x="0" y="0"/>
                  </a:lnTo>
                  <a:lnTo>
                    <a:pt x="294" y="0"/>
                  </a:lnTo>
                  <a:lnTo>
                    <a:pt x="293" y="284"/>
                  </a:lnTo>
                </a:path>
              </a:pathLst>
            </a:custGeom>
            <a:noFill/>
            <a:ln w="38100" cap="rnd">
              <a:solidFill>
                <a:srgbClr val="660066"/>
              </a:solidFill>
              <a:round/>
              <a:headEnd/>
              <a:tailE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20566" name="Freeform 217"/>
            <p:cNvSpPr>
              <a:spLocks/>
            </p:cNvSpPr>
            <p:nvPr/>
          </p:nvSpPr>
          <p:spPr bwMode="auto">
            <a:xfrm>
              <a:off x="4232" y="2401"/>
              <a:ext cx="293" cy="218"/>
            </a:xfrm>
            <a:custGeom>
              <a:avLst/>
              <a:gdLst>
                <a:gd name="T0" fmla="*/ 1 w 293"/>
                <a:gd name="T1" fmla="*/ 4 h 421"/>
                <a:gd name="T2" fmla="*/ 0 w 293"/>
                <a:gd name="T3" fmla="*/ 0 h 421"/>
                <a:gd name="T4" fmla="*/ 293 w 293"/>
                <a:gd name="T5" fmla="*/ 0 h 421"/>
                <a:gd name="T6" fmla="*/ 293 w 293"/>
                <a:gd name="T7" fmla="*/ 4 h 42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93"/>
                <a:gd name="T13" fmla="*/ 0 h 421"/>
                <a:gd name="T14" fmla="*/ 293 w 293"/>
                <a:gd name="T15" fmla="*/ 421 h 42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93" h="421">
                  <a:moveTo>
                    <a:pt x="1" y="421"/>
                  </a:moveTo>
                  <a:lnTo>
                    <a:pt x="0" y="0"/>
                  </a:lnTo>
                  <a:lnTo>
                    <a:pt x="293" y="0"/>
                  </a:lnTo>
                  <a:lnTo>
                    <a:pt x="293" y="421"/>
                  </a:lnTo>
                </a:path>
              </a:pathLst>
            </a:custGeom>
            <a:noFill/>
            <a:ln w="38100" cap="rnd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20567" name="Line 250"/>
            <p:cNvSpPr>
              <a:spLocks noChangeShapeType="1"/>
            </p:cNvSpPr>
            <p:nvPr/>
          </p:nvSpPr>
          <p:spPr bwMode="auto">
            <a:xfrm>
              <a:off x="4228" y="1737"/>
              <a:ext cx="302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</p:spPr>
          <p:txBody>
            <a:bodyPr anchor="ctr"/>
            <a:lstStyle/>
            <a:p>
              <a:endParaRPr lang="en-US"/>
            </a:p>
          </p:txBody>
        </p:sp>
      </p:grpSp>
      <p:grpSp>
        <p:nvGrpSpPr>
          <p:cNvPr id="31" name="Group 259"/>
          <p:cNvGrpSpPr>
            <a:grpSpLocks/>
          </p:cNvGrpSpPr>
          <p:nvPr/>
        </p:nvGrpSpPr>
        <p:grpSpPr bwMode="auto">
          <a:xfrm>
            <a:off x="7153275" y="1662113"/>
            <a:ext cx="504825" cy="2400300"/>
            <a:chOff x="4506" y="1335"/>
            <a:chExt cx="318" cy="1512"/>
          </a:xfrm>
        </p:grpSpPr>
        <p:sp>
          <p:nvSpPr>
            <p:cNvPr id="20560" name="Line 210"/>
            <p:cNvSpPr>
              <a:spLocks noChangeShapeType="1"/>
            </p:cNvSpPr>
            <p:nvPr/>
          </p:nvSpPr>
          <p:spPr bwMode="auto">
            <a:xfrm flipH="1" flipV="1">
              <a:off x="4514" y="1638"/>
              <a:ext cx="309" cy="208"/>
            </a:xfrm>
            <a:prstGeom prst="line">
              <a:avLst/>
            </a:prstGeom>
            <a:noFill/>
            <a:ln w="38100">
              <a:solidFill>
                <a:srgbClr val="3164AB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61" name="Freeform 213"/>
            <p:cNvSpPr>
              <a:spLocks/>
            </p:cNvSpPr>
            <p:nvPr/>
          </p:nvSpPr>
          <p:spPr bwMode="auto">
            <a:xfrm flipV="1">
              <a:off x="4506" y="1335"/>
              <a:ext cx="294" cy="143"/>
            </a:xfrm>
            <a:custGeom>
              <a:avLst/>
              <a:gdLst>
                <a:gd name="T0" fmla="*/ 1 w 294"/>
                <a:gd name="T1" fmla="*/ 3 h 284"/>
                <a:gd name="T2" fmla="*/ 0 w 294"/>
                <a:gd name="T3" fmla="*/ 0 h 284"/>
                <a:gd name="T4" fmla="*/ 294 w 294"/>
                <a:gd name="T5" fmla="*/ 0 h 284"/>
                <a:gd name="T6" fmla="*/ 293 w 294"/>
                <a:gd name="T7" fmla="*/ 3 h 28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94"/>
                <a:gd name="T13" fmla="*/ 0 h 284"/>
                <a:gd name="T14" fmla="*/ 294 w 294"/>
                <a:gd name="T15" fmla="*/ 284 h 28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94" h="284">
                  <a:moveTo>
                    <a:pt x="1" y="284"/>
                  </a:moveTo>
                  <a:lnTo>
                    <a:pt x="0" y="0"/>
                  </a:lnTo>
                  <a:lnTo>
                    <a:pt x="294" y="0"/>
                  </a:lnTo>
                  <a:lnTo>
                    <a:pt x="293" y="284"/>
                  </a:lnTo>
                </a:path>
              </a:pathLst>
            </a:custGeom>
            <a:noFill/>
            <a:ln w="38100" cap="rnd">
              <a:solidFill>
                <a:srgbClr val="660066"/>
              </a:solidFill>
              <a:round/>
              <a:headEnd/>
              <a:tailE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20562" name="Freeform 218"/>
            <p:cNvSpPr>
              <a:spLocks/>
            </p:cNvSpPr>
            <p:nvPr/>
          </p:nvSpPr>
          <p:spPr bwMode="auto">
            <a:xfrm flipV="1">
              <a:off x="4525" y="2629"/>
              <a:ext cx="299" cy="218"/>
            </a:xfrm>
            <a:custGeom>
              <a:avLst/>
              <a:gdLst>
                <a:gd name="T0" fmla="*/ 1 w 293"/>
                <a:gd name="T1" fmla="*/ 4 h 421"/>
                <a:gd name="T2" fmla="*/ 0 w 293"/>
                <a:gd name="T3" fmla="*/ 0 h 421"/>
                <a:gd name="T4" fmla="*/ 337 w 293"/>
                <a:gd name="T5" fmla="*/ 0 h 421"/>
                <a:gd name="T6" fmla="*/ 337 w 293"/>
                <a:gd name="T7" fmla="*/ 4 h 42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93"/>
                <a:gd name="T13" fmla="*/ 0 h 421"/>
                <a:gd name="T14" fmla="*/ 293 w 293"/>
                <a:gd name="T15" fmla="*/ 421 h 42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93" h="421">
                  <a:moveTo>
                    <a:pt x="1" y="421"/>
                  </a:moveTo>
                  <a:lnTo>
                    <a:pt x="0" y="0"/>
                  </a:lnTo>
                  <a:lnTo>
                    <a:pt x="293" y="0"/>
                  </a:lnTo>
                  <a:lnTo>
                    <a:pt x="293" y="421"/>
                  </a:lnTo>
                </a:path>
              </a:pathLst>
            </a:custGeom>
            <a:noFill/>
            <a:ln w="38100" cap="rnd">
              <a:solidFill>
                <a:srgbClr val="3164AB"/>
              </a:solidFill>
              <a:round/>
              <a:headEnd/>
              <a:tailE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20563" name="Line 251"/>
            <p:cNvSpPr>
              <a:spLocks noChangeShapeType="1"/>
            </p:cNvSpPr>
            <p:nvPr/>
          </p:nvSpPr>
          <p:spPr bwMode="auto">
            <a:xfrm>
              <a:off x="4521" y="1737"/>
              <a:ext cx="302" cy="0"/>
            </a:xfrm>
            <a:prstGeom prst="line">
              <a:avLst/>
            </a:prstGeom>
            <a:noFill/>
            <a:ln w="38100">
              <a:solidFill>
                <a:srgbClr val="3164AB"/>
              </a:solidFill>
              <a:round/>
              <a:headEnd/>
              <a:tailEnd/>
            </a:ln>
          </p:spPr>
          <p:txBody>
            <a:bodyPr anchor="ctr"/>
            <a:lstStyle/>
            <a:p>
              <a:endParaRPr lang="en-US"/>
            </a:p>
          </p:txBody>
        </p:sp>
      </p:grpSp>
      <p:grpSp>
        <p:nvGrpSpPr>
          <p:cNvPr id="20620" name="Group 255"/>
          <p:cNvGrpSpPr>
            <a:grpSpLocks/>
          </p:cNvGrpSpPr>
          <p:nvPr/>
        </p:nvGrpSpPr>
        <p:grpSpPr bwMode="auto">
          <a:xfrm>
            <a:off x="5673725" y="977900"/>
            <a:ext cx="2409825" cy="3863975"/>
            <a:chOff x="3574" y="904"/>
            <a:chExt cx="1518" cy="2434"/>
          </a:xfrm>
        </p:grpSpPr>
        <p:sp>
          <p:nvSpPr>
            <p:cNvPr id="20545" name="Rectangle 186"/>
            <p:cNvSpPr>
              <a:spLocks noChangeArrowheads="1"/>
            </p:cNvSpPr>
            <p:nvPr/>
          </p:nvSpPr>
          <p:spPr bwMode="auto">
            <a:xfrm>
              <a:off x="3643" y="904"/>
              <a:ext cx="1076" cy="24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l" defTabSz="762000" eaLnBrk="0" hangingPunct="0"/>
              <a:r>
                <a:rPr lang="es-ES" b="0">
                  <a:solidFill>
                    <a:schemeClr val="tx1"/>
                  </a:solidFill>
                  <a:latin typeface="Arial" charset="0"/>
                </a:rPr>
                <a:t>Driving signal</a:t>
              </a:r>
            </a:p>
          </p:txBody>
        </p:sp>
        <p:grpSp>
          <p:nvGrpSpPr>
            <p:cNvPr id="20627" name="Group 254"/>
            <p:cNvGrpSpPr>
              <a:grpSpLocks/>
            </p:cNvGrpSpPr>
            <p:nvPr/>
          </p:nvGrpSpPr>
          <p:grpSpPr bwMode="auto">
            <a:xfrm>
              <a:off x="3574" y="954"/>
              <a:ext cx="1518" cy="2384"/>
              <a:chOff x="3574" y="954"/>
              <a:chExt cx="1518" cy="2384"/>
            </a:xfrm>
          </p:grpSpPr>
          <p:sp>
            <p:nvSpPr>
              <p:cNvPr id="20547" name="Line 171"/>
              <p:cNvSpPr>
                <a:spLocks noChangeShapeType="1"/>
              </p:cNvSpPr>
              <p:nvPr/>
            </p:nvSpPr>
            <p:spPr bwMode="auto">
              <a:xfrm>
                <a:off x="3585" y="1490"/>
                <a:ext cx="1507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548" name="Line 172"/>
              <p:cNvSpPr>
                <a:spLocks noChangeShapeType="1"/>
              </p:cNvSpPr>
              <p:nvPr/>
            </p:nvSpPr>
            <p:spPr bwMode="auto">
              <a:xfrm>
                <a:off x="3574" y="2078"/>
                <a:ext cx="1507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549" name="Line 173"/>
              <p:cNvSpPr>
                <a:spLocks noChangeShapeType="1"/>
              </p:cNvSpPr>
              <p:nvPr/>
            </p:nvSpPr>
            <p:spPr bwMode="auto">
              <a:xfrm>
                <a:off x="3574" y="2630"/>
                <a:ext cx="1507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550" name="Rectangle 177"/>
              <p:cNvSpPr>
                <a:spLocks noChangeArrowheads="1"/>
              </p:cNvSpPr>
              <p:nvPr/>
            </p:nvSpPr>
            <p:spPr bwMode="auto">
              <a:xfrm>
                <a:off x="4861" y="2392"/>
                <a:ext cx="167" cy="248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>
                <a:spAutoFit/>
              </a:bodyPr>
              <a:lstStyle/>
              <a:p>
                <a:pPr algn="l" defTabSz="762000" eaLnBrk="0" hangingPunct="0"/>
                <a:r>
                  <a:rPr lang="es-ES">
                    <a:solidFill>
                      <a:schemeClr val="tx1"/>
                    </a:solidFill>
                    <a:latin typeface="Arial" charset="0"/>
                  </a:rPr>
                  <a:t>t</a:t>
                </a:r>
              </a:p>
            </p:txBody>
          </p:sp>
          <p:sp>
            <p:nvSpPr>
              <p:cNvPr id="20551" name="Rectangle 178"/>
              <p:cNvSpPr>
                <a:spLocks noChangeArrowheads="1"/>
              </p:cNvSpPr>
              <p:nvPr/>
            </p:nvSpPr>
            <p:spPr bwMode="auto">
              <a:xfrm>
                <a:off x="4864" y="1834"/>
                <a:ext cx="167" cy="248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>
                <a:spAutoFit/>
              </a:bodyPr>
              <a:lstStyle/>
              <a:p>
                <a:pPr algn="l" defTabSz="762000" eaLnBrk="0" hangingPunct="0"/>
                <a:r>
                  <a:rPr lang="es-ES">
                    <a:solidFill>
                      <a:schemeClr val="tx1"/>
                    </a:solidFill>
                    <a:latin typeface="Arial" charset="0"/>
                  </a:rPr>
                  <a:t>t</a:t>
                </a:r>
              </a:p>
            </p:txBody>
          </p:sp>
          <p:sp>
            <p:nvSpPr>
              <p:cNvPr id="20552" name="Rectangle 179"/>
              <p:cNvSpPr>
                <a:spLocks noChangeArrowheads="1"/>
              </p:cNvSpPr>
              <p:nvPr/>
            </p:nvSpPr>
            <p:spPr bwMode="auto">
              <a:xfrm>
                <a:off x="4853" y="1258"/>
                <a:ext cx="167" cy="248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>
                <a:spAutoFit/>
              </a:bodyPr>
              <a:lstStyle/>
              <a:p>
                <a:pPr algn="l" defTabSz="762000" eaLnBrk="0" hangingPunct="0"/>
                <a:r>
                  <a:rPr lang="es-ES">
                    <a:solidFill>
                      <a:schemeClr val="tx1"/>
                    </a:solidFill>
                    <a:latin typeface="Arial" charset="0"/>
                  </a:rPr>
                  <a:t>t</a:t>
                </a:r>
              </a:p>
            </p:txBody>
          </p:sp>
          <p:grpSp>
            <p:nvGrpSpPr>
              <p:cNvPr id="20628" name="Group 253"/>
              <p:cNvGrpSpPr>
                <a:grpSpLocks/>
              </p:cNvGrpSpPr>
              <p:nvPr/>
            </p:nvGrpSpPr>
            <p:grpSpPr bwMode="auto">
              <a:xfrm>
                <a:off x="3635" y="954"/>
                <a:ext cx="0" cy="2384"/>
                <a:chOff x="3635" y="954"/>
                <a:chExt cx="0" cy="2384"/>
              </a:xfrm>
            </p:grpSpPr>
            <p:sp>
              <p:nvSpPr>
                <p:cNvPr id="20557" name="Line 175"/>
                <p:cNvSpPr>
                  <a:spLocks noChangeShapeType="1"/>
                </p:cNvSpPr>
                <p:nvPr/>
              </p:nvSpPr>
              <p:spPr bwMode="auto">
                <a:xfrm>
                  <a:off x="3635" y="954"/>
                  <a:ext cx="0" cy="2384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 type="triangle" w="med" len="med"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0558" name="Line 180"/>
                <p:cNvSpPr>
                  <a:spLocks noChangeShapeType="1"/>
                </p:cNvSpPr>
                <p:nvPr/>
              </p:nvSpPr>
              <p:spPr bwMode="auto">
                <a:xfrm flipV="1">
                  <a:off x="3635" y="1555"/>
                  <a:ext cx="0" cy="133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 type="triangle" w="med" len="med"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0559" name="Line 181"/>
                <p:cNvSpPr>
                  <a:spLocks noChangeShapeType="1"/>
                </p:cNvSpPr>
                <p:nvPr/>
              </p:nvSpPr>
              <p:spPr bwMode="auto">
                <a:xfrm flipV="1">
                  <a:off x="3635" y="2113"/>
                  <a:ext cx="0" cy="133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 type="triangle" w="med" len="med"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20554" name="Rectangle 183"/>
              <p:cNvSpPr>
                <a:spLocks noChangeArrowheads="1"/>
              </p:cNvSpPr>
              <p:nvPr/>
            </p:nvSpPr>
            <p:spPr bwMode="auto">
              <a:xfrm>
                <a:off x="3635" y="2091"/>
                <a:ext cx="267" cy="248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>
                <a:spAutoFit/>
              </a:bodyPr>
              <a:lstStyle/>
              <a:p>
                <a:pPr algn="l" defTabSz="762000" eaLnBrk="0" hangingPunct="0"/>
                <a:r>
                  <a:rPr lang="es-ES">
                    <a:solidFill>
                      <a:schemeClr val="tx1"/>
                    </a:solidFill>
                    <a:latin typeface="Arial" charset="0"/>
                  </a:rPr>
                  <a:t>v</a:t>
                </a:r>
                <a:r>
                  <a:rPr lang="es-ES" baseline="-25000">
                    <a:solidFill>
                      <a:schemeClr val="tx1"/>
                    </a:solidFill>
                    <a:latin typeface="Arial" charset="0"/>
                  </a:rPr>
                  <a:t>L</a:t>
                </a:r>
              </a:p>
            </p:txBody>
          </p:sp>
          <p:sp>
            <p:nvSpPr>
              <p:cNvPr id="20555" name="Rectangle 185"/>
              <p:cNvSpPr>
                <a:spLocks noChangeArrowheads="1"/>
              </p:cNvSpPr>
              <p:nvPr/>
            </p:nvSpPr>
            <p:spPr bwMode="auto">
              <a:xfrm>
                <a:off x="3685" y="1450"/>
                <a:ext cx="222" cy="248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>
                <a:spAutoFit/>
              </a:bodyPr>
              <a:lstStyle/>
              <a:p>
                <a:pPr algn="l" defTabSz="762000" eaLnBrk="0" hangingPunct="0"/>
                <a:r>
                  <a:rPr lang="es-ES">
                    <a:solidFill>
                      <a:schemeClr val="tx1"/>
                    </a:solidFill>
                    <a:latin typeface="Arial" charset="0"/>
                  </a:rPr>
                  <a:t>i</a:t>
                </a:r>
                <a:r>
                  <a:rPr lang="es-ES" baseline="-25000">
                    <a:solidFill>
                      <a:schemeClr val="tx1"/>
                    </a:solidFill>
                    <a:latin typeface="Arial" charset="0"/>
                  </a:rPr>
                  <a:t>L</a:t>
                </a:r>
              </a:p>
            </p:txBody>
          </p:sp>
          <p:sp>
            <p:nvSpPr>
              <p:cNvPr id="20556" name="Rectangle 252"/>
              <p:cNvSpPr>
                <a:spLocks noChangeArrowheads="1"/>
              </p:cNvSpPr>
              <p:nvPr/>
            </p:nvSpPr>
            <p:spPr bwMode="auto">
              <a:xfrm>
                <a:off x="3798" y="1701"/>
                <a:ext cx="460" cy="248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>
                <a:spAutoFit/>
              </a:bodyPr>
              <a:lstStyle/>
              <a:p>
                <a:pPr algn="l" defTabSz="762000" eaLnBrk="0" hangingPunct="0"/>
                <a:r>
                  <a:rPr lang="es-ES">
                    <a:solidFill>
                      <a:schemeClr val="tx1"/>
                    </a:solidFill>
                    <a:latin typeface="Arial" charset="0"/>
                  </a:rPr>
                  <a:t>i</a:t>
                </a:r>
                <a:r>
                  <a:rPr lang="es-ES" baseline="-25000">
                    <a:solidFill>
                      <a:schemeClr val="tx1"/>
                    </a:solidFill>
                    <a:latin typeface="Arial" charset="0"/>
                  </a:rPr>
                  <a:t>L_avg</a:t>
                </a:r>
              </a:p>
            </p:txBody>
          </p:sp>
        </p:grpSp>
      </p:grpSp>
      <p:grpSp>
        <p:nvGrpSpPr>
          <p:cNvPr id="20629" name="Group 268"/>
          <p:cNvGrpSpPr>
            <a:grpSpLocks/>
          </p:cNvGrpSpPr>
          <p:nvPr/>
        </p:nvGrpSpPr>
        <p:grpSpPr bwMode="auto">
          <a:xfrm>
            <a:off x="7156450" y="2084388"/>
            <a:ext cx="1476375" cy="396875"/>
            <a:chOff x="4508" y="1313"/>
            <a:chExt cx="930" cy="250"/>
          </a:xfrm>
        </p:grpSpPr>
        <p:sp>
          <p:nvSpPr>
            <p:cNvPr id="20541" name="Line 263"/>
            <p:cNvSpPr>
              <a:spLocks noChangeShapeType="1"/>
            </p:cNvSpPr>
            <p:nvPr/>
          </p:nvSpPr>
          <p:spPr bwMode="auto">
            <a:xfrm>
              <a:off x="4508" y="1340"/>
              <a:ext cx="66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20542" name="Line 264"/>
            <p:cNvSpPr>
              <a:spLocks noChangeShapeType="1"/>
            </p:cNvSpPr>
            <p:nvPr/>
          </p:nvSpPr>
          <p:spPr bwMode="auto">
            <a:xfrm>
              <a:off x="4697" y="1563"/>
              <a:ext cx="47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20543" name="Line 265"/>
            <p:cNvSpPr>
              <a:spLocks noChangeShapeType="1"/>
            </p:cNvSpPr>
            <p:nvPr/>
          </p:nvSpPr>
          <p:spPr bwMode="auto">
            <a:xfrm>
              <a:off x="5106" y="1352"/>
              <a:ext cx="0" cy="19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 type="triangle" w="med" len="med"/>
            </a:ln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20544" name="Text Box 266"/>
            <p:cNvSpPr txBox="1">
              <a:spLocks noChangeArrowheads="1"/>
            </p:cNvSpPr>
            <p:nvPr/>
          </p:nvSpPr>
          <p:spPr bwMode="auto">
            <a:xfrm>
              <a:off x="5116" y="1313"/>
              <a:ext cx="322" cy="25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chemeClr val="tx1"/>
                  </a:solidFill>
                  <a:latin typeface="Symbol" pitchFamily="18" charset="2"/>
                </a:rPr>
                <a:t>D</a:t>
              </a:r>
              <a:r>
                <a:rPr lang="en-US">
                  <a:solidFill>
                    <a:schemeClr val="tx1"/>
                  </a:solidFill>
                </a:rPr>
                <a:t>i</a:t>
              </a:r>
              <a:r>
                <a:rPr lang="en-US" baseline="-25000">
                  <a:solidFill>
                    <a:schemeClr val="tx1"/>
                  </a:solidFill>
                </a:rPr>
                <a:t>L</a:t>
              </a:r>
            </a:p>
          </p:txBody>
        </p:sp>
      </p:grpSp>
      <p:sp>
        <p:nvSpPr>
          <p:cNvPr id="546059" name="Text Box 267"/>
          <p:cNvSpPr txBox="1">
            <a:spLocks noChangeArrowheads="1"/>
          </p:cNvSpPr>
          <p:nvPr/>
        </p:nvSpPr>
        <p:spPr bwMode="auto">
          <a:xfrm>
            <a:off x="5051425" y="5324475"/>
            <a:ext cx="2325830" cy="64633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dirty="0">
                <a:solidFill>
                  <a:schemeClr val="bg2"/>
                </a:solidFill>
              </a:rPr>
              <a:t> </a:t>
            </a:r>
            <a:r>
              <a:rPr lang="en-US" dirty="0">
                <a:solidFill>
                  <a:schemeClr val="accent3">
                    <a:lumMod val="50000"/>
                  </a:schemeClr>
                </a:solidFill>
              </a:rPr>
              <a:t>From Faraday’s law: </a:t>
            </a:r>
          </a:p>
          <a:p>
            <a:r>
              <a:rPr lang="en-US" dirty="0"/>
              <a:t> </a:t>
            </a:r>
            <a:r>
              <a:rPr lang="en-US" dirty="0" err="1">
                <a:solidFill>
                  <a:schemeClr val="tx1"/>
                </a:solidFill>
                <a:latin typeface="Symbol" pitchFamily="18" charset="2"/>
              </a:rPr>
              <a:t>D</a:t>
            </a:r>
            <a:r>
              <a:rPr lang="en-US" dirty="0" err="1">
                <a:solidFill>
                  <a:schemeClr val="tx1"/>
                </a:solidFill>
              </a:rPr>
              <a:t>i</a:t>
            </a:r>
            <a:r>
              <a:rPr lang="en-US" baseline="-25000" dirty="0" err="1">
                <a:solidFill>
                  <a:schemeClr val="tx1"/>
                </a:solidFill>
              </a:rPr>
              <a:t>L</a:t>
            </a:r>
            <a:r>
              <a:rPr lang="en-US" dirty="0">
                <a:solidFill>
                  <a:schemeClr val="tx1"/>
                </a:solidFill>
              </a:rPr>
              <a:t> = </a:t>
            </a:r>
            <a:r>
              <a:rPr lang="en-US" dirty="0" err="1">
                <a:solidFill>
                  <a:schemeClr val="tx1"/>
                </a:solidFill>
              </a:rPr>
              <a:t>v</a:t>
            </a:r>
            <a:r>
              <a:rPr lang="en-US" baseline="-25000" dirty="0" err="1">
                <a:solidFill>
                  <a:schemeClr val="tx1"/>
                </a:solidFill>
              </a:rPr>
              <a:t>O</a:t>
            </a:r>
            <a:r>
              <a:rPr lang="en-US" dirty="0">
                <a:solidFill>
                  <a:schemeClr val="tx1"/>
                </a:solidFill>
              </a:rPr>
              <a:t>(1-d)T/L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0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546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6059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5689600" y="1257300"/>
            <a:ext cx="2427288" cy="4460875"/>
            <a:chOff x="3584" y="1116"/>
            <a:chExt cx="1529" cy="2810"/>
          </a:xfrm>
        </p:grpSpPr>
        <p:sp>
          <p:nvSpPr>
            <p:cNvPr id="26819" name="Line 4"/>
            <p:cNvSpPr>
              <a:spLocks noChangeShapeType="1"/>
            </p:cNvSpPr>
            <p:nvPr/>
          </p:nvSpPr>
          <p:spPr bwMode="auto">
            <a:xfrm>
              <a:off x="3606" y="1702"/>
              <a:ext cx="150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820" name="Line 5"/>
            <p:cNvSpPr>
              <a:spLocks noChangeShapeType="1"/>
            </p:cNvSpPr>
            <p:nvPr/>
          </p:nvSpPr>
          <p:spPr bwMode="auto">
            <a:xfrm>
              <a:off x="3595" y="2290"/>
              <a:ext cx="150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821" name="Line 6"/>
            <p:cNvSpPr>
              <a:spLocks noChangeShapeType="1"/>
            </p:cNvSpPr>
            <p:nvPr/>
          </p:nvSpPr>
          <p:spPr bwMode="auto">
            <a:xfrm>
              <a:off x="3595" y="2842"/>
              <a:ext cx="150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822" name="Line 7"/>
            <p:cNvSpPr>
              <a:spLocks noChangeShapeType="1"/>
            </p:cNvSpPr>
            <p:nvPr/>
          </p:nvSpPr>
          <p:spPr bwMode="auto">
            <a:xfrm>
              <a:off x="3584" y="3406"/>
              <a:ext cx="150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823" name="Line 8"/>
            <p:cNvSpPr>
              <a:spLocks noChangeShapeType="1"/>
            </p:cNvSpPr>
            <p:nvPr/>
          </p:nvSpPr>
          <p:spPr bwMode="auto">
            <a:xfrm>
              <a:off x="3656" y="1166"/>
              <a:ext cx="0" cy="276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824" name="Rectangle 9"/>
            <p:cNvSpPr>
              <a:spLocks noChangeArrowheads="1"/>
            </p:cNvSpPr>
            <p:nvPr/>
          </p:nvSpPr>
          <p:spPr bwMode="auto">
            <a:xfrm>
              <a:off x="4887" y="3129"/>
              <a:ext cx="167" cy="24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l" defTabSz="762000" eaLnBrk="0" hangingPunct="0"/>
              <a:r>
                <a:rPr lang="es-ES">
                  <a:solidFill>
                    <a:schemeClr val="tx1"/>
                  </a:solidFill>
                  <a:latin typeface="Arial" charset="0"/>
                </a:rPr>
                <a:t>t</a:t>
              </a:r>
            </a:p>
          </p:txBody>
        </p:sp>
        <p:sp>
          <p:nvSpPr>
            <p:cNvPr id="26825" name="Rectangle 10"/>
            <p:cNvSpPr>
              <a:spLocks noChangeArrowheads="1"/>
            </p:cNvSpPr>
            <p:nvPr/>
          </p:nvSpPr>
          <p:spPr bwMode="auto">
            <a:xfrm>
              <a:off x="4882" y="2604"/>
              <a:ext cx="167" cy="24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l" defTabSz="762000" eaLnBrk="0" hangingPunct="0"/>
              <a:r>
                <a:rPr lang="es-ES">
                  <a:solidFill>
                    <a:schemeClr val="tx1"/>
                  </a:solidFill>
                  <a:latin typeface="Arial" charset="0"/>
                </a:rPr>
                <a:t>t</a:t>
              </a:r>
            </a:p>
          </p:txBody>
        </p:sp>
        <p:sp>
          <p:nvSpPr>
            <p:cNvPr id="26826" name="Rectangle 11"/>
            <p:cNvSpPr>
              <a:spLocks noChangeArrowheads="1"/>
            </p:cNvSpPr>
            <p:nvPr/>
          </p:nvSpPr>
          <p:spPr bwMode="auto">
            <a:xfrm>
              <a:off x="4885" y="2046"/>
              <a:ext cx="167" cy="24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l" defTabSz="762000" eaLnBrk="0" hangingPunct="0"/>
              <a:r>
                <a:rPr lang="es-ES">
                  <a:solidFill>
                    <a:schemeClr val="tx1"/>
                  </a:solidFill>
                  <a:latin typeface="Arial" charset="0"/>
                </a:rPr>
                <a:t>t</a:t>
              </a:r>
            </a:p>
          </p:txBody>
        </p:sp>
        <p:sp>
          <p:nvSpPr>
            <p:cNvPr id="26827" name="Rectangle 12"/>
            <p:cNvSpPr>
              <a:spLocks noChangeArrowheads="1"/>
            </p:cNvSpPr>
            <p:nvPr/>
          </p:nvSpPr>
          <p:spPr bwMode="auto">
            <a:xfrm>
              <a:off x="4874" y="1470"/>
              <a:ext cx="167" cy="24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l" defTabSz="762000" eaLnBrk="0" hangingPunct="0"/>
              <a:r>
                <a:rPr lang="es-ES">
                  <a:solidFill>
                    <a:schemeClr val="tx1"/>
                  </a:solidFill>
                  <a:latin typeface="Arial" charset="0"/>
                </a:rPr>
                <a:t>t</a:t>
              </a:r>
            </a:p>
          </p:txBody>
        </p:sp>
        <p:sp>
          <p:nvSpPr>
            <p:cNvPr id="26828" name="Line 13"/>
            <p:cNvSpPr>
              <a:spLocks noChangeShapeType="1"/>
            </p:cNvSpPr>
            <p:nvPr/>
          </p:nvSpPr>
          <p:spPr bwMode="auto">
            <a:xfrm flipV="1">
              <a:off x="3656" y="1767"/>
              <a:ext cx="0" cy="13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829" name="Line 14"/>
            <p:cNvSpPr>
              <a:spLocks noChangeShapeType="1"/>
            </p:cNvSpPr>
            <p:nvPr/>
          </p:nvSpPr>
          <p:spPr bwMode="auto">
            <a:xfrm flipV="1">
              <a:off x="3656" y="2325"/>
              <a:ext cx="0" cy="13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830" name="Line 15"/>
            <p:cNvSpPr>
              <a:spLocks noChangeShapeType="1"/>
            </p:cNvSpPr>
            <p:nvPr/>
          </p:nvSpPr>
          <p:spPr bwMode="auto">
            <a:xfrm flipV="1">
              <a:off x="3656" y="2907"/>
              <a:ext cx="0" cy="13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831" name="Rectangle 16"/>
            <p:cNvSpPr>
              <a:spLocks noChangeArrowheads="1"/>
            </p:cNvSpPr>
            <p:nvPr/>
          </p:nvSpPr>
          <p:spPr bwMode="auto">
            <a:xfrm>
              <a:off x="3672" y="2247"/>
              <a:ext cx="227" cy="24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l" defTabSz="762000" eaLnBrk="0" hangingPunct="0"/>
              <a:r>
                <a:rPr lang="es-ES">
                  <a:solidFill>
                    <a:schemeClr val="tx1"/>
                  </a:solidFill>
                  <a:latin typeface="Arial" charset="0"/>
                </a:rPr>
                <a:t>i</a:t>
              </a:r>
              <a:r>
                <a:rPr lang="es-ES" baseline="-25000">
                  <a:solidFill>
                    <a:schemeClr val="tx1"/>
                  </a:solidFill>
                  <a:latin typeface="Arial" charset="0"/>
                </a:rPr>
                <a:t>S</a:t>
              </a:r>
            </a:p>
          </p:txBody>
        </p:sp>
        <p:sp>
          <p:nvSpPr>
            <p:cNvPr id="26832" name="Rectangle 17"/>
            <p:cNvSpPr>
              <a:spLocks noChangeArrowheads="1"/>
            </p:cNvSpPr>
            <p:nvPr/>
          </p:nvSpPr>
          <p:spPr bwMode="auto">
            <a:xfrm>
              <a:off x="3635" y="2937"/>
              <a:ext cx="233" cy="24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l" defTabSz="762000" eaLnBrk="0" hangingPunct="0"/>
              <a:r>
                <a:rPr lang="es-ES">
                  <a:solidFill>
                    <a:schemeClr val="tx1"/>
                  </a:solidFill>
                  <a:latin typeface="Arial" charset="0"/>
                </a:rPr>
                <a:t>i</a:t>
              </a:r>
              <a:r>
                <a:rPr lang="es-ES" baseline="-25000">
                  <a:solidFill>
                    <a:schemeClr val="tx1"/>
                  </a:solidFill>
                  <a:latin typeface="Arial" charset="0"/>
                </a:rPr>
                <a:t>D</a:t>
              </a:r>
            </a:p>
          </p:txBody>
        </p:sp>
        <p:sp>
          <p:nvSpPr>
            <p:cNvPr id="26833" name="Rectangle 18"/>
            <p:cNvSpPr>
              <a:spLocks noChangeArrowheads="1"/>
            </p:cNvSpPr>
            <p:nvPr/>
          </p:nvSpPr>
          <p:spPr bwMode="auto">
            <a:xfrm>
              <a:off x="3640" y="1710"/>
              <a:ext cx="222" cy="24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l" defTabSz="762000" eaLnBrk="0" hangingPunct="0"/>
              <a:r>
                <a:rPr lang="es-ES">
                  <a:solidFill>
                    <a:schemeClr val="tx1"/>
                  </a:solidFill>
                  <a:latin typeface="Arial" charset="0"/>
                </a:rPr>
                <a:t>i</a:t>
              </a:r>
              <a:r>
                <a:rPr lang="es-ES" baseline="-25000">
                  <a:solidFill>
                    <a:schemeClr val="tx1"/>
                  </a:solidFill>
                  <a:latin typeface="Arial" charset="0"/>
                </a:rPr>
                <a:t>L</a:t>
              </a:r>
            </a:p>
          </p:txBody>
        </p:sp>
        <p:sp>
          <p:nvSpPr>
            <p:cNvPr id="26834" name="Rectangle 19"/>
            <p:cNvSpPr>
              <a:spLocks noChangeArrowheads="1"/>
            </p:cNvSpPr>
            <p:nvPr/>
          </p:nvSpPr>
          <p:spPr bwMode="auto">
            <a:xfrm>
              <a:off x="3664" y="1116"/>
              <a:ext cx="1076" cy="24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l" defTabSz="762000" eaLnBrk="0" hangingPunct="0"/>
              <a:r>
                <a:rPr lang="es-ES" b="0">
                  <a:solidFill>
                    <a:schemeClr val="tx1"/>
                  </a:solidFill>
                  <a:latin typeface="Arial" charset="0"/>
                </a:rPr>
                <a:t>Driving signal</a:t>
              </a:r>
            </a:p>
          </p:txBody>
        </p:sp>
      </p:grpSp>
      <p:grpSp>
        <p:nvGrpSpPr>
          <p:cNvPr id="3" name="Group 20"/>
          <p:cNvGrpSpPr>
            <a:grpSpLocks/>
          </p:cNvGrpSpPr>
          <p:nvPr/>
        </p:nvGrpSpPr>
        <p:grpSpPr bwMode="auto">
          <a:xfrm>
            <a:off x="5795963" y="1714500"/>
            <a:ext cx="700087" cy="3619500"/>
            <a:chOff x="3651" y="1404"/>
            <a:chExt cx="441" cy="2280"/>
          </a:xfrm>
        </p:grpSpPr>
        <p:sp>
          <p:nvSpPr>
            <p:cNvPr id="26811" name="Rectangle 21"/>
            <p:cNvSpPr>
              <a:spLocks noChangeArrowheads="1"/>
            </p:cNvSpPr>
            <p:nvPr/>
          </p:nvSpPr>
          <p:spPr bwMode="auto">
            <a:xfrm>
              <a:off x="3665" y="3417"/>
              <a:ext cx="427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8" tIns="44450" rIns="90488" bIns="44450">
              <a:spAutoFit/>
            </a:bodyPr>
            <a:lstStyle/>
            <a:p>
              <a:pPr algn="l" defTabSz="762000" eaLnBrk="0" hangingPunct="0"/>
              <a:r>
                <a:rPr lang="es-ES" sz="1800">
                  <a:solidFill>
                    <a:schemeClr val="tx1"/>
                  </a:solidFill>
                  <a:latin typeface="Arial" charset="0"/>
                </a:rPr>
                <a:t>dT</a:t>
              </a:r>
            </a:p>
          </p:txBody>
        </p:sp>
        <p:grpSp>
          <p:nvGrpSpPr>
            <p:cNvPr id="4" name="Group 22"/>
            <p:cNvGrpSpPr>
              <a:grpSpLocks/>
            </p:cNvGrpSpPr>
            <p:nvPr/>
          </p:nvGrpSpPr>
          <p:grpSpPr bwMode="auto">
            <a:xfrm>
              <a:off x="3651" y="1404"/>
              <a:ext cx="310" cy="2280"/>
              <a:chOff x="3651" y="1404"/>
              <a:chExt cx="310" cy="2280"/>
            </a:xfrm>
          </p:grpSpPr>
          <p:sp>
            <p:nvSpPr>
              <p:cNvPr id="26813" name="Line 23"/>
              <p:cNvSpPr>
                <a:spLocks noChangeShapeType="1"/>
              </p:cNvSpPr>
              <p:nvPr/>
            </p:nvSpPr>
            <p:spPr bwMode="auto">
              <a:xfrm>
                <a:off x="3959" y="3404"/>
                <a:ext cx="0" cy="28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prstDash val="sysDot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6814" name="Line 24"/>
              <p:cNvSpPr>
                <a:spLocks noChangeShapeType="1"/>
              </p:cNvSpPr>
              <p:nvPr/>
            </p:nvSpPr>
            <p:spPr bwMode="auto">
              <a:xfrm>
                <a:off x="3656" y="3628"/>
                <a:ext cx="305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6815" name="Line 25"/>
              <p:cNvSpPr>
                <a:spLocks noChangeShapeType="1"/>
              </p:cNvSpPr>
              <p:nvPr/>
            </p:nvSpPr>
            <p:spPr bwMode="auto">
              <a:xfrm flipV="1">
                <a:off x="3664" y="1850"/>
                <a:ext cx="281" cy="208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6816" name="Freeform 26"/>
              <p:cNvSpPr>
                <a:spLocks/>
              </p:cNvSpPr>
              <p:nvPr/>
            </p:nvSpPr>
            <p:spPr bwMode="auto">
              <a:xfrm>
                <a:off x="3664" y="2414"/>
                <a:ext cx="293" cy="422"/>
              </a:xfrm>
              <a:custGeom>
                <a:avLst/>
                <a:gdLst>
                  <a:gd name="T0" fmla="*/ 0 w 330"/>
                  <a:gd name="T1" fmla="*/ 421 h 422"/>
                  <a:gd name="T2" fmla="*/ 0 w 330"/>
                  <a:gd name="T3" fmla="*/ 212 h 422"/>
                  <a:gd name="T4" fmla="*/ 143 w 330"/>
                  <a:gd name="T5" fmla="*/ 0 h 422"/>
                  <a:gd name="T6" fmla="*/ 143 w 330"/>
                  <a:gd name="T7" fmla="*/ 421 h 42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30"/>
                  <a:gd name="T13" fmla="*/ 0 h 422"/>
                  <a:gd name="T14" fmla="*/ 330 w 330"/>
                  <a:gd name="T15" fmla="*/ 422 h 42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30" h="422">
                    <a:moveTo>
                      <a:pt x="0" y="421"/>
                    </a:moveTo>
                    <a:lnTo>
                      <a:pt x="0" y="212"/>
                    </a:lnTo>
                    <a:lnTo>
                      <a:pt x="329" y="0"/>
                    </a:lnTo>
                    <a:lnTo>
                      <a:pt x="329" y="421"/>
                    </a:lnTo>
                  </a:path>
                </a:pathLst>
              </a:custGeom>
              <a:noFill/>
              <a:ln w="38100" cap="rnd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26817" name="Line 27"/>
              <p:cNvSpPr>
                <a:spLocks noChangeShapeType="1"/>
              </p:cNvSpPr>
              <p:nvPr/>
            </p:nvSpPr>
            <p:spPr bwMode="auto">
              <a:xfrm>
                <a:off x="3669" y="3402"/>
                <a:ext cx="285" cy="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6818" name="Freeform 28"/>
              <p:cNvSpPr>
                <a:spLocks/>
              </p:cNvSpPr>
              <p:nvPr/>
            </p:nvSpPr>
            <p:spPr bwMode="auto">
              <a:xfrm>
                <a:off x="3651" y="1404"/>
                <a:ext cx="294" cy="143"/>
              </a:xfrm>
              <a:custGeom>
                <a:avLst/>
                <a:gdLst>
                  <a:gd name="T0" fmla="*/ 1 w 294"/>
                  <a:gd name="T1" fmla="*/ 3 h 284"/>
                  <a:gd name="T2" fmla="*/ 0 w 294"/>
                  <a:gd name="T3" fmla="*/ 0 h 284"/>
                  <a:gd name="T4" fmla="*/ 294 w 294"/>
                  <a:gd name="T5" fmla="*/ 0 h 284"/>
                  <a:gd name="T6" fmla="*/ 293 w 294"/>
                  <a:gd name="T7" fmla="*/ 3 h 28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94"/>
                  <a:gd name="T13" fmla="*/ 0 h 284"/>
                  <a:gd name="T14" fmla="*/ 294 w 294"/>
                  <a:gd name="T15" fmla="*/ 284 h 28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94" h="284">
                    <a:moveTo>
                      <a:pt x="1" y="284"/>
                    </a:moveTo>
                    <a:lnTo>
                      <a:pt x="0" y="0"/>
                    </a:lnTo>
                    <a:lnTo>
                      <a:pt x="294" y="0"/>
                    </a:lnTo>
                    <a:lnTo>
                      <a:pt x="293" y="284"/>
                    </a:lnTo>
                  </a:path>
                </a:pathLst>
              </a:custGeom>
              <a:noFill/>
              <a:ln w="38100" cap="rnd">
                <a:solidFill>
                  <a:srgbClr val="6600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s-ES"/>
              </a:p>
            </p:txBody>
          </p:sp>
        </p:grpSp>
      </p:grpSp>
      <p:grpSp>
        <p:nvGrpSpPr>
          <p:cNvPr id="5" name="Group 29"/>
          <p:cNvGrpSpPr>
            <a:grpSpLocks/>
          </p:cNvGrpSpPr>
          <p:nvPr/>
        </p:nvGrpSpPr>
        <p:grpSpPr bwMode="auto">
          <a:xfrm>
            <a:off x="5829300" y="1944688"/>
            <a:ext cx="925513" cy="3727450"/>
            <a:chOff x="3672" y="1549"/>
            <a:chExt cx="583" cy="2348"/>
          </a:xfrm>
        </p:grpSpPr>
        <p:sp>
          <p:nvSpPr>
            <p:cNvPr id="26804" name="Line 30"/>
            <p:cNvSpPr>
              <a:spLocks noChangeShapeType="1"/>
            </p:cNvSpPr>
            <p:nvPr/>
          </p:nvSpPr>
          <p:spPr bwMode="auto">
            <a:xfrm>
              <a:off x="4247" y="3418"/>
              <a:ext cx="0" cy="45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805" name="Line 31"/>
            <p:cNvSpPr>
              <a:spLocks noChangeShapeType="1"/>
            </p:cNvSpPr>
            <p:nvPr/>
          </p:nvSpPr>
          <p:spPr bwMode="auto">
            <a:xfrm>
              <a:off x="3672" y="3860"/>
              <a:ext cx="56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806" name="Rectangle 32"/>
            <p:cNvSpPr>
              <a:spLocks noChangeArrowheads="1"/>
            </p:cNvSpPr>
            <p:nvPr/>
          </p:nvSpPr>
          <p:spPr bwMode="auto">
            <a:xfrm>
              <a:off x="3879" y="3668"/>
              <a:ext cx="202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l" defTabSz="762000" eaLnBrk="0" hangingPunct="0"/>
              <a:r>
                <a:rPr lang="es-ES" sz="1800">
                  <a:solidFill>
                    <a:schemeClr val="tx1"/>
                  </a:solidFill>
                  <a:latin typeface="Arial" charset="0"/>
                </a:rPr>
                <a:t>T</a:t>
              </a:r>
            </a:p>
          </p:txBody>
        </p:sp>
        <p:sp>
          <p:nvSpPr>
            <p:cNvPr id="26807" name="Line 33"/>
            <p:cNvSpPr>
              <a:spLocks noChangeShapeType="1"/>
            </p:cNvSpPr>
            <p:nvPr/>
          </p:nvSpPr>
          <p:spPr bwMode="auto">
            <a:xfrm flipH="1" flipV="1">
              <a:off x="3946" y="1850"/>
              <a:ext cx="309" cy="208"/>
            </a:xfrm>
            <a:prstGeom prst="line">
              <a:avLst/>
            </a:prstGeom>
            <a:noFill/>
            <a:ln w="38100">
              <a:solidFill>
                <a:srgbClr val="3164AB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808" name="Line 34"/>
            <p:cNvSpPr>
              <a:spLocks noChangeShapeType="1"/>
            </p:cNvSpPr>
            <p:nvPr/>
          </p:nvSpPr>
          <p:spPr bwMode="auto">
            <a:xfrm>
              <a:off x="3963" y="2835"/>
              <a:ext cx="285" cy="0"/>
            </a:xfrm>
            <a:prstGeom prst="line">
              <a:avLst/>
            </a:prstGeom>
            <a:noFill/>
            <a:ln w="38100">
              <a:solidFill>
                <a:srgbClr val="3164AB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809" name="Freeform 35"/>
            <p:cNvSpPr>
              <a:spLocks/>
            </p:cNvSpPr>
            <p:nvPr/>
          </p:nvSpPr>
          <p:spPr bwMode="auto">
            <a:xfrm>
              <a:off x="3957" y="2966"/>
              <a:ext cx="293" cy="435"/>
            </a:xfrm>
            <a:custGeom>
              <a:avLst/>
              <a:gdLst>
                <a:gd name="T0" fmla="*/ 143 w 330"/>
                <a:gd name="T1" fmla="*/ 434 h 435"/>
                <a:gd name="T2" fmla="*/ 143 w 330"/>
                <a:gd name="T3" fmla="*/ 218 h 435"/>
                <a:gd name="T4" fmla="*/ 0 w 330"/>
                <a:gd name="T5" fmla="*/ 0 h 435"/>
                <a:gd name="T6" fmla="*/ 0 w 330"/>
                <a:gd name="T7" fmla="*/ 434 h 43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30"/>
                <a:gd name="T13" fmla="*/ 0 h 435"/>
                <a:gd name="T14" fmla="*/ 330 w 330"/>
                <a:gd name="T15" fmla="*/ 435 h 43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30" h="435">
                  <a:moveTo>
                    <a:pt x="329" y="434"/>
                  </a:moveTo>
                  <a:lnTo>
                    <a:pt x="329" y="218"/>
                  </a:lnTo>
                  <a:lnTo>
                    <a:pt x="0" y="0"/>
                  </a:lnTo>
                  <a:lnTo>
                    <a:pt x="0" y="434"/>
                  </a:lnTo>
                </a:path>
              </a:pathLst>
            </a:custGeom>
            <a:noFill/>
            <a:ln w="38100" cap="rnd">
              <a:solidFill>
                <a:srgbClr val="3164AB"/>
              </a:solidFill>
              <a:round/>
              <a:headEnd/>
              <a:tailE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26810" name="Freeform 36"/>
            <p:cNvSpPr>
              <a:spLocks/>
            </p:cNvSpPr>
            <p:nvPr/>
          </p:nvSpPr>
          <p:spPr bwMode="auto">
            <a:xfrm flipV="1">
              <a:off x="3944" y="1549"/>
              <a:ext cx="294" cy="143"/>
            </a:xfrm>
            <a:custGeom>
              <a:avLst/>
              <a:gdLst>
                <a:gd name="T0" fmla="*/ 1 w 294"/>
                <a:gd name="T1" fmla="*/ 3 h 284"/>
                <a:gd name="T2" fmla="*/ 0 w 294"/>
                <a:gd name="T3" fmla="*/ 0 h 284"/>
                <a:gd name="T4" fmla="*/ 294 w 294"/>
                <a:gd name="T5" fmla="*/ 0 h 284"/>
                <a:gd name="T6" fmla="*/ 293 w 294"/>
                <a:gd name="T7" fmla="*/ 3 h 28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94"/>
                <a:gd name="T13" fmla="*/ 0 h 284"/>
                <a:gd name="T14" fmla="*/ 294 w 294"/>
                <a:gd name="T15" fmla="*/ 284 h 28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94" h="284">
                  <a:moveTo>
                    <a:pt x="1" y="284"/>
                  </a:moveTo>
                  <a:lnTo>
                    <a:pt x="0" y="0"/>
                  </a:lnTo>
                  <a:lnTo>
                    <a:pt x="294" y="0"/>
                  </a:lnTo>
                  <a:lnTo>
                    <a:pt x="293" y="284"/>
                  </a:lnTo>
                </a:path>
              </a:pathLst>
            </a:custGeom>
            <a:noFill/>
            <a:ln w="38100" cap="rnd">
              <a:solidFill>
                <a:srgbClr val="660066"/>
              </a:solidFill>
              <a:round/>
              <a:headEnd/>
              <a:tailEnd/>
            </a:ln>
          </p:spPr>
          <p:txBody>
            <a:bodyPr/>
            <a:lstStyle/>
            <a:p>
              <a:endParaRPr lang="es-ES"/>
            </a:p>
          </p:txBody>
        </p:sp>
      </p:grpSp>
      <p:grpSp>
        <p:nvGrpSpPr>
          <p:cNvPr id="6" name="Group 37"/>
          <p:cNvGrpSpPr>
            <a:grpSpLocks/>
          </p:cNvGrpSpPr>
          <p:nvPr/>
        </p:nvGrpSpPr>
        <p:grpSpPr bwMode="auto">
          <a:xfrm>
            <a:off x="6724650" y="1711325"/>
            <a:ext cx="496888" cy="3171825"/>
            <a:chOff x="4236" y="1402"/>
            <a:chExt cx="313" cy="1998"/>
          </a:xfrm>
        </p:grpSpPr>
        <p:sp>
          <p:nvSpPr>
            <p:cNvPr id="26800" name="Line 38"/>
            <p:cNvSpPr>
              <a:spLocks noChangeShapeType="1"/>
            </p:cNvSpPr>
            <p:nvPr/>
          </p:nvSpPr>
          <p:spPr bwMode="auto">
            <a:xfrm flipV="1">
              <a:off x="4251" y="1850"/>
              <a:ext cx="282" cy="208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801" name="Freeform 39"/>
            <p:cNvSpPr>
              <a:spLocks/>
            </p:cNvSpPr>
            <p:nvPr/>
          </p:nvSpPr>
          <p:spPr bwMode="auto">
            <a:xfrm>
              <a:off x="4255" y="2416"/>
              <a:ext cx="294" cy="422"/>
            </a:xfrm>
            <a:custGeom>
              <a:avLst/>
              <a:gdLst>
                <a:gd name="T0" fmla="*/ 0 w 331"/>
                <a:gd name="T1" fmla="*/ 421 h 422"/>
                <a:gd name="T2" fmla="*/ 0 w 331"/>
                <a:gd name="T3" fmla="*/ 212 h 422"/>
                <a:gd name="T4" fmla="*/ 144 w 331"/>
                <a:gd name="T5" fmla="*/ 0 h 422"/>
                <a:gd name="T6" fmla="*/ 144 w 331"/>
                <a:gd name="T7" fmla="*/ 421 h 42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31"/>
                <a:gd name="T13" fmla="*/ 0 h 422"/>
                <a:gd name="T14" fmla="*/ 331 w 331"/>
                <a:gd name="T15" fmla="*/ 422 h 42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31" h="422">
                  <a:moveTo>
                    <a:pt x="0" y="421"/>
                  </a:moveTo>
                  <a:lnTo>
                    <a:pt x="0" y="212"/>
                  </a:lnTo>
                  <a:lnTo>
                    <a:pt x="330" y="0"/>
                  </a:lnTo>
                  <a:lnTo>
                    <a:pt x="330" y="421"/>
                  </a:lnTo>
                </a:path>
              </a:pathLst>
            </a:custGeom>
            <a:noFill/>
            <a:ln w="38100" cap="rnd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26802" name="Line 40"/>
            <p:cNvSpPr>
              <a:spLocks noChangeShapeType="1"/>
            </p:cNvSpPr>
            <p:nvPr/>
          </p:nvSpPr>
          <p:spPr bwMode="auto">
            <a:xfrm>
              <a:off x="4262" y="3400"/>
              <a:ext cx="283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803" name="Freeform 41"/>
            <p:cNvSpPr>
              <a:spLocks/>
            </p:cNvSpPr>
            <p:nvPr/>
          </p:nvSpPr>
          <p:spPr bwMode="auto">
            <a:xfrm>
              <a:off x="4236" y="1402"/>
              <a:ext cx="294" cy="143"/>
            </a:xfrm>
            <a:custGeom>
              <a:avLst/>
              <a:gdLst>
                <a:gd name="T0" fmla="*/ 1 w 294"/>
                <a:gd name="T1" fmla="*/ 3 h 284"/>
                <a:gd name="T2" fmla="*/ 0 w 294"/>
                <a:gd name="T3" fmla="*/ 0 h 284"/>
                <a:gd name="T4" fmla="*/ 294 w 294"/>
                <a:gd name="T5" fmla="*/ 0 h 284"/>
                <a:gd name="T6" fmla="*/ 293 w 294"/>
                <a:gd name="T7" fmla="*/ 3 h 28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94"/>
                <a:gd name="T13" fmla="*/ 0 h 284"/>
                <a:gd name="T14" fmla="*/ 294 w 294"/>
                <a:gd name="T15" fmla="*/ 284 h 28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94" h="284">
                  <a:moveTo>
                    <a:pt x="1" y="284"/>
                  </a:moveTo>
                  <a:lnTo>
                    <a:pt x="0" y="0"/>
                  </a:lnTo>
                  <a:lnTo>
                    <a:pt x="294" y="0"/>
                  </a:lnTo>
                  <a:lnTo>
                    <a:pt x="293" y="284"/>
                  </a:lnTo>
                </a:path>
              </a:pathLst>
            </a:custGeom>
            <a:noFill/>
            <a:ln w="38100" cap="rnd">
              <a:solidFill>
                <a:srgbClr val="660066"/>
              </a:solidFill>
              <a:round/>
              <a:headEnd/>
              <a:tailEnd/>
            </a:ln>
          </p:spPr>
          <p:txBody>
            <a:bodyPr/>
            <a:lstStyle/>
            <a:p>
              <a:endParaRPr lang="es-ES"/>
            </a:p>
          </p:txBody>
        </p:sp>
      </p:grpSp>
      <p:grpSp>
        <p:nvGrpSpPr>
          <p:cNvPr id="7" name="Group 42"/>
          <p:cNvGrpSpPr>
            <a:grpSpLocks/>
          </p:cNvGrpSpPr>
          <p:nvPr/>
        </p:nvGrpSpPr>
        <p:grpSpPr bwMode="auto">
          <a:xfrm>
            <a:off x="7186613" y="1941513"/>
            <a:ext cx="503237" cy="2946400"/>
            <a:chOff x="4527" y="1547"/>
            <a:chExt cx="317" cy="1856"/>
          </a:xfrm>
        </p:grpSpPr>
        <p:sp>
          <p:nvSpPr>
            <p:cNvPr id="26796" name="Line 43"/>
            <p:cNvSpPr>
              <a:spLocks noChangeShapeType="1"/>
            </p:cNvSpPr>
            <p:nvPr/>
          </p:nvSpPr>
          <p:spPr bwMode="auto">
            <a:xfrm flipH="1" flipV="1">
              <a:off x="4535" y="1850"/>
              <a:ext cx="309" cy="208"/>
            </a:xfrm>
            <a:prstGeom prst="line">
              <a:avLst/>
            </a:prstGeom>
            <a:noFill/>
            <a:ln w="38100">
              <a:solidFill>
                <a:srgbClr val="3164AB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797" name="Line 44"/>
            <p:cNvSpPr>
              <a:spLocks noChangeShapeType="1"/>
            </p:cNvSpPr>
            <p:nvPr/>
          </p:nvSpPr>
          <p:spPr bwMode="auto">
            <a:xfrm>
              <a:off x="4555" y="2837"/>
              <a:ext cx="285" cy="0"/>
            </a:xfrm>
            <a:prstGeom prst="line">
              <a:avLst/>
            </a:prstGeom>
            <a:noFill/>
            <a:ln w="38100">
              <a:solidFill>
                <a:srgbClr val="3164AB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798" name="Freeform 45"/>
            <p:cNvSpPr>
              <a:spLocks/>
            </p:cNvSpPr>
            <p:nvPr/>
          </p:nvSpPr>
          <p:spPr bwMode="auto">
            <a:xfrm>
              <a:off x="4546" y="2968"/>
              <a:ext cx="294" cy="435"/>
            </a:xfrm>
            <a:custGeom>
              <a:avLst/>
              <a:gdLst>
                <a:gd name="T0" fmla="*/ 144 w 331"/>
                <a:gd name="T1" fmla="*/ 434 h 435"/>
                <a:gd name="T2" fmla="*/ 144 w 331"/>
                <a:gd name="T3" fmla="*/ 218 h 435"/>
                <a:gd name="T4" fmla="*/ 0 w 331"/>
                <a:gd name="T5" fmla="*/ 0 h 435"/>
                <a:gd name="T6" fmla="*/ 0 w 331"/>
                <a:gd name="T7" fmla="*/ 434 h 43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31"/>
                <a:gd name="T13" fmla="*/ 0 h 435"/>
                <a:gd name="T14" fmla="*/ 331 w 331"/>
                <a:gd name="T15" fmla="*/ 435 h 43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31" h="435">
                  <a:moveTo>
                    <a:pt x="330" y="434"/>
                  </a:moveTo>
                  <a:lnTo>
                    <a:pt x="330" y="218"/>
                  </a:lnTo>
                  <a:lnTo>
                    <a:pt x="0" y="0"/>
                  </a:lnTo>
                  <a:lnTo>
                    <a:pt x="0" y="434"/>
                  </a:lnTo>
                </a:path>
              </a:pathLst>
            </a:custGeom>
            <a:noFill/>
            <a:ln w="38100" cap="rnd">
              <a:solidFill>
                <a:srgbClr val="3164AB"/>
              </a:solidFill>
              <a:round/>
              <a:headEnd/>
              <a:tailE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26799" name="Freeform 46"/>
            <p:cNvSpPr>
              <a:spLocks/>
            </p:cNvSpPr>
            <p:nvPr/>
          </p:nvSpPr>
          <p:spPr bwMode="auto">
            <a:xfrm flipV="1">
              <a:off x="4527" y="1547"/>
              <a:ext cx="294" cy="143"/>
            </a:xfrm>
            <a:custGeom>
              <a:avLst/>
              <a:gdLst>
                <a:gd name="T0" fmla="*/ 1 w 294"/>
                <a:gd name="T1" fmla="*/ 3 h 284"/>
                <a:gd name="T2" fmla="*/ 0 w 294"/>
                <a:gd name="T3" fmla="*/ 0 h 284"/>
                <a:gd name="T4" fmla="*/ 294 w 294"/>
                <a:gd name="T5" fmla="*/ 0 h 284"/>
                <a:gd name="T6" fmla="*/ 293 w 294"/>
                <a:gd name="T7" fmla="*/ 3 h 28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94"/>
                <a:gd name="T13" fmla="*/ 0 h 284"/>
                <a:gd name="T14" fmla="*/ 294 w 294"/>
                <a:gd name="T15" fmla="*/ 284 h 28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94" h="284">
                  <a:moveTo>
                    <a:pt x="1" y="284"/>
                  </a:moveTo>
                  <a:lnTo>
                    <a:pt x="0" y="0"/>
                  </a:lnTo>
                  <a:lnTo>
                    <a:pt x="294" y="0"/>
                  </a:lnTo>
                  <a:lnTo>
                    <a:pt x="293" y="284"/>
                  </a:lnTo>
                </a:path>
              </a:pathLst>
            </a:custGeom>
            <a:noFill/>
            <a:ln w="38100" cap="rnd">
              <a:solidFill>
                <a:srgbClr val="660066"/>
              </a:solidFill>
              <a:round/>
              <a:headEnd/>
              <a:tailEnd/>
            </a:ln>
          </p:spPr>
          <p:txBody>
            <a:bodyPr/>
            <a:lstStyle/>
            <a:p>
              <a:endParaRPr lang="es-ES"/>
            </a:p>
          </p:txBody>
        </p:sp>
      </p:grpSp>
      <p:sp>
        <p:nvSpPr>
          <p:cNvPr id="26632" name="Text Box 47"/>
          <p:cNvSpPr txBox="1">
            <a:spLocks noChangeArrowheads="1"/>
          </p:cNvSpPr>
          <p:nvPr/>
        </p:nvSpPr>
        <p:spPr bwMode="auto">
          <a:xfrm>
            <a:off x="593725" y="638175"/>
            <a:ext cx="7986713" cy="4127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lnSpc>
                <a:spcPct val="105000"/>
              </a:lnSpc>
              <a:spcAft>
                <a:spcPct val="25000"/>
              </a:spcAft>
              <a:buFont typeface="Wingdings" pitchFamily="2" charset="2"/>
              <a:buNone/>
            </a:pPr>
            <a:r>
              <a:rPr lang="en-US" b="0">
                <a:solidFill>
                  <a:schemeClr val="tx1"/>
                </a:solidFill>
              </a:rPr>
              <a:t>Can we obtain either v</a:t>
            </a:r>
            <a:r>
              <a:rPr lang="en-US" b="0" baseline="-25000">
                <a:solidFill>
                  <a:schemeClr val="tx1"/>
                </a:solidFill>
              </a:rPr>
              <a:t>O</a:t>
            </a:r>
            <a:r>
              <a:rPr lang="en-US" b="0">
                <a:solidFill>
                  <a:schemeClr val="tx1"/>
                </a:solidFill>
              </a:rPr>
              <a:t> &lt; v</a:t>
            </a:r>
            <a:r>
              <a:rPr lang="en-US" b="0" baseline="-25000">
                <a:solidFill>
                  <a:schemeClr val="tx1"/>
                </a:solidFill>
              </a:rPr>
              <a:t>g</a:t>
            </a:r>
            <a:r>
              <a:rPr lang="en-US" b="0">
                <a:solidFill>
                  <a:schemeClr val="tx1"/>
                </a:solidFill>
              </a:rPr>
              <a:t> or v</a:t>
            </a:r>
            <a:r>
              <a:rPr lang="en-US" b="0" baseline="-25000">
                <a:solidFill>
                  <a:schemeClr val="tx1"/>
                </a:solidFill>
              </a:rPr>
              <a:t>O</a:t>
            </a:r>
            <a:r>
              <a:rPr lang="en-US" b="0">
                <a:solidFill>
                  <a:schemeClr val="tx1"/>
                </a:solidFill>
              </a:rPr>
              <a:t> &gt; v</a:t>
            </a:r>
            <a:r>
              <a:rPr lang="en-US" b="0" baseline="-25000">
                <a:solidFill>
                  <a:schemeClr val="tx1"/>
                </a:solidFill>
              </a:rPr>
              <a:t>g</a:t>
            </a:r>
            <a:r>
              <a:rPr lang="en-US" b="0">
                <a:solidFill>
                  <a:schemeClr val="tx1"/>
                </a:solidFill>
              </a:rPr>
              <a:t> </a:t>
            </a:r>
            <a:r>
              <a:rPr lang="en-US" b="0">
                <a:solidFill>
                  <a:schemeClr val="tx1"/>
                </a:solidFill>
                <a:latin typeface="Symbol" pitchFamily="18" charset="2"/>
              </a:rPr>
              <a:t>Þ</a:t>
            </a:r>
            <a:r>
              <a:rPr lang="en-US" b="0">
                <a:solidFill>
                  <a:schemeClr val="tx1"/>
                </a:solidFill>
              </a:rPr>
              <a:t> </a:t>
            </a:r>
            <a:r>
              <a:rPr lang="en-US">
                <a:solidFill>
                  <a:schemeClr val="tx1"/>
                </a:solidFill>
              </a:rPr>
              <a:t>Buck-</a:t>
            </a:r>
            <a:r>
              <a:rPr lang="en-GB">
                <a:solidFill>
                  <a:schemeClr val="tx1"/>
                </a:solidFill>
              </a:rPr>
              <a:t>Boost converter </a:t>
            </a:r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8" name="Group 205"/>
          <p:cNvGrpSpPr>
            <a:grpSpLocks/>
          </p:cNvGrpSpPr>
          <p:nvPr/>
        </p:nvGrpSpPr>
        <p:grpSpPr bwMode="auto">
          <a:xfrm>
            <a:off x="7148513" y="2374900"/>
            <a:ext cx="1476375" cy="396875"/>
            <a:chOff x="4508" y="1313"/>
            <a:chExt cx="930" cy="250"/>
          </a:xfrm>
        </p:grpSpPr>
        <p:sp>
          <p:nvSpPr>
            <p:cNvPr id="26792" name="Line 206"/>
            <p:cNvSpPr>
              <a:spLocks noChangeShapeType="1"/>
            </p:cNvSpPr>
            <p:nvPr/>
          </p:nvSpPr>
          <p:spPr bwMode="auto">
            <a:xfrm>
              <a:off x="4508" y="1340"/>
              <a:ext cx="66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26793" name="Line 207"/>
            <p:cNvSpPr>
              <a:spLocks noChangeShapeType="1"/>
            </p:cNvSpPr>
            <p:nvPr/>
          </p:nvSpPr>
          <p:spPr bwMode="auto">
            <a:xfrm>
              <a:off x="4697" y="1563"/>
              <a:ext cx="47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26794" name="Line 208"/>
            <p:cNvSpPr>
              <a:spLocks noChangeShapeType="1"/>
            </p:cNvSpPr>
            <p:nvPr/>
          </p:nvSpPr>
          <p:spPr bwMode="auto">
            <a:xfrm>
              <a:off x="5106" y="1352"/>
              <a:ext cx="0" cy="19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 type="triangle" w="med" len="med"/>
            </a:ln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26795" name="Text Box 209"/>
            <p:cNvSpPr txBox="1">
              <a:spLocks noChangeArrowheads="1"/>
            </p:cNvSpPr>
            <p:nvPr/>
          </p:nvSpPr>
          <p:spPr bwMode="auto">
            <a:xfrm>
              <a:off x="5116" y="1313"/>
              <a:ext cx="322" cy="25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chemeClr val="tx1"/>
                  </a:solidFill>
                  <a:latin typeface="Symbol" pitchFamily="18" charset="2"/>
                </a:rPr>
                <a:t>D</a:t>
              </a:r>
              <a:r>
                <a:rPr lang="en-US">
                  <a:solidFill>
                    <a:schemeClr val="tx1"/>
                  </a:solidFill>
                </a:rPr>
                <a:t>i</a:t>
              </a:r>
              <a:r>
                <a:rPr lang="en-US" baseline="-25000">
                  <a:solidFill>
                    <a:schemeClr val="tx1"/>
                  </a:solidFill>
                </a:rPr>
                <a:t>L</a:t>
              </a:r>
            </a:p>
          </p:txBody>
        </p:sp>
      </p:grpSp>
      <p:sp>
        <p:nvSpPr>
          <p:cNvPr id="558290" name="Text Box 210"/>
          <p:cNvSpPr txBox="1">
            <a:spLocks noChangeArrowheads="1"/>
          </p:cNvSpPr>
          <p:nvPr/>
        </p:nvSpPr>
        <p:spPr bwMode="auto">
          <a:xfrm>
            <a:off x="5564188" y="5794375"/>
            <a:ext cx="2325829" cy="64633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buFont typeface="Wingdings" pitchFamily="2" charset="2"/>
              <a:buChar char="Ø"/>
            </a:pPr>
            <a:r>
              <a:rPr lang="en-US" dirty="0">
                <a:solidFill>
                  <a:schemeClr val="bg2"/>
                </a:solidFill>
              </a:rPr>
              <a:t> </a:t>
            </a:r>
            <a:r>
              <a:rPr lang="en-US" dirty="0">
                <a:solidFill>
                  <a:schemeClr val="accent3">
                    <a:lumMod val="50000"/>
                  </a:schemeClr>
                </a:solidFill>
              </a:rPr>
              <a:t>From Faraday’s law: </a:t>
            </a:r>
          </a:p>
          <a:p>
            <a:pPr algn="ctr"/>
            <a:r>
              <a:rPr lang="en-US" dirty="0"/>
              <a:t> </a:t>
            </a:r>
            <a:r>
              <a:rPr lang="en-US" dirty="0" err="1">
                <a:solidFill>
                  <a:schemeClr val="tx1"/>
                </a:solidFill>
                <a:latin typeface="Symbol" pitchFamily="18" charset="2"/>
              </a:rPr>
              <a:t>D</a:t>
            </a:r>
            <a:r>
              <a:rPr lang="en-US" dirty="0" err="1">
                <a:solidFill>
                  <a:schemeClr val="tx1"/>
                </a:solidFill>
              </a:rPr>
              <a:t>i</a:t>
            </a:r>
            <a:r>
              <a:rPr lang="en-US" baseline="-25000" dirty="0" err="1">
                <a:solidFill>
                  <a:schemeClr val="tx1"/>
                </a:solidFill>
              </a:rPr>
              <a:t>L</a:t>
            </a:r>
            <a:r>
              <a:rPr lang="en-US" dirty="0">
                <a:solidFill>
                  <a:schemeClr val="tx1"/>
                </a:solidFill>
              </a:rPr>
              <a:t> = </a:t>
            </a:r>
            <a:r>
              <a:rPr lang="en-US" dirty="0" err="1">
                <a:solidFill>
                  <a:schemeClr val="tx1"/>
                </a:solidFill>
              </a:rPr>
              <a:t>v</a:t>
            </a:r>
            <a:r>
              <a:rPr lang="en-US" baseline="-25000" dirty="0" err="1">
                <a:solidFill>
                  <a:schemeClr val="tx1"/>
                </a:solidFill>
              </a:rPr>
              <a:t>g</a:t>
            </a:r>
            <a:r>
              <a:rPr lang="en-US" dirty="0" err="1">
                <a:solidFill>
                  <a:schemeClr val="tx1"/>
                </a:solidFill>
              </a:rPr>
              <a:t>dT</a:t>
            </a:r>
            <a:r>
              <a:rPr lang="en-US" dirty="0">
                <a:solidFill>
                  <a:schemeClr val="tx1"/>
                </a:solidFill>
              </a:rPr>
              <a:t>/L</a:t>
            </a:r>
          </a:p>
        </p:txBody>
      </p:sp>
      <p:grpSp>
        <p:nvGrpSpPr>
          <p:cNvPr id="9" name="Group 378"/>
          <p:cNvGrpSpPr>
            <a:grpSpLocks/>
          </p:cNvGrpSpPr>
          <p:nvPr/>
        </p:nvGrpSpPr>
        <p:grpSpPr bwMode="auto">
          <a:xfrm>
            <a:off x="260350" y="1003300"/>
            <a:ext cx="4229100" cy="1685925"/>
            <a:chOff x="164" y="632"/>
            <a:chExt cx="2664" cy="1062"/>
          </a:xfrm>
        </p:grpSpPr>
        <p:sp>
          <p:nvSpPr>
            <p:cNvPr id="26721" name="Line 212"/>
            <p:cNvSpPr>
              <a:spLocks noChangeShapeType="1"/>
            </p:cNvSpPr>
            <p:nvPr/>
          </p:nvSpPr>
          <p:spPr bwMode="auto">
            <a:xfrm rot="10800000">
              <a:off x="321" y="1694"/>
              <a:ext cx="218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722" name="Line 213"/>
            <p:cNvSpPr>
              <a:spLocks noChangeShapeType="1"/>
            </p:cNvSpPr>
            <p:nvPr/>
          </p:nvSpPr>
          <p:spPr bwMode="auto">
            <a:xfrm rot="10800000" flipH="1">
              <a:off x="2066" y="994"/>
              <a:ext cx="0" cy="302"/>
            </a:xfrm>
            <a:prstGeom prst="line">
              <a:avLst/>
            </a:prstGeom>
            <a:noFill/>
            <a:ln w="19050" cap="rnd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723" name="Line 214"/>
            <p:cNvSpPr>
              <a:spLocks noChangeShapeType="1"/>
            </p:cNvSpPr>
            <p:nvPr/>
          </p:nvSpPr>
          <p:spPr bwMode="auto">
            <a:xfrm>
              <a:off x="2066" y="1351"/>
              <a:ext cx="0" cy="337"/>
            </a:xfrm>
            <a:prstGeom prst="line">
              <a:avLst/>
            </a:prstGeom>
            <a:noFill/>
            <a:ln w="19050" cap="rnd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724" name="Text Box 215"/>
            <p:cNvSpPr txBox="1">
              <a:spLocks noChangeArrowheads="1"/>
            </p:cNvSpPr>
            <p:nvPr/>
          </p:nvSpPr>
          <p:spPr bwMode="auto">
            <a:xfrm>
              <a:off x="2047" y="1323"/>
              <a:ext cx="203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/>
              <a:r>
                <a:rPr lang="es-ES" sz="1800">
                  <a:solidFill>
                    <a:schemeClr val="tx1"/>
                  </a:solidFill>
                </a:rPr>
                <a:t>+</a:t>
              </a:r>
              <a:endParaRPr lang="es-ES" sz="1800" baseline="-25000">
                <a:solidFill>
                  <a:schemeClr val="tx1"/>
                </a:solidFill>
              </a:endParaRPr>
            </a:p>
          </p:txBody>
        </p:sp>
        <p:sp>
          <p:nvSpPr>
            <p:cNvPr id="26725" name="Text Box 216"/>
            <p:cNvSpPr txBox="1">
              <a:spLocks noChangeArrowheads="1"/>
            </p:cNvSpPr>
            <p:nvPr/>
          </p:nvSpPr>
          <p:spPr bwMode="auto">
            <a:xfrm>
              <a:off x="2053" y="1101"/>
              <a:ext cx="1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/>
              <a:r>
                <a:rPr lang="es-ES" sz="1800">
                  <a:solidFill>
                    <a:schemeClr val="tx1"/>
                  </a:solidFill>
                </a:rPr>
                <a:t>-</a:t>
              </a:r>
              <a:endParaRPr lang="es-ES" sz="1800" baseline="-25000">
                <a:solidFill>
                  <a:schemeClr val="tx1"/>
                </a:solidFill>
              </a:endParaRPr>
            </a:p>
          </p:txBody>
        </p:sp>
        <p:grpSp>
          <p:nvGrpSpPr>
            <p:cNvPr id="10" name="Group 217"/>
            <p:cNvGrpSpPr>
              <a:grpSpLocks/>
            </p:cNvGrpSpPr>
            <p:nvPr/>
          </p:nvGrpSpPr>
          <p:grpSpPr bwMode="auto">
            <a:xfrm>
              <a:off x="1979" y="1303"/>
              <a:ext cx="175" cy="49"/>
              <a:chOff x="3022" y="1322"/>
              <a:chExt cx="125" cy="35"/>
            </a:xfrm>
          </p:grpSpPr>
          <p:sp>
            <p:nvSpPr>
              <p:cNvPr id="26790" name="Line 218"/>
              <p:cNvSpPr>
                <a:spLocks noChangeShapeType="1"/>
              </p:cNvSpPr>
              <p:nvPr/>
            </p:nvSpPr>
            <p:spPr bwMode="auto">
              <a:xfrm>
                <a:off x="3022" y="1322"/>
                <a:ext cx="125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791" name="Line 219"/>
              <p:cNvSpPr>
                <a:spLocks noChangeShapeType="1"/>
              </p:cNvSpPr>
              <p:nvPr/>
            </p:nvSpPr>
            <p:spPr bwMode="auto">
              <a:xfrm>
                <a:off x="3022" y="1357"/>
                <a:ext cx="125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6727" name="Text Box 220"/>
            <p:cNvSpPr txBox="1">
              <a:spLocks noChangeArrowheads="1"/>
            </p:cNvSpPr>
            <p:nvPr/>
          </p:nvSpPr>
          <p:spPr bwMode="auto">
            <a:xfrm>
              <a:off x="1795" y="1340"/>
              <a:ext cx="220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es-ES" sz="1800" b="0">
                  <a:solidFill>
                    <a:schemeClr val="tx1"/>
                  </a:solidFill>
                </a:rPr>
                <a:t>C</a:t>
              </a:r>
              <a:endParaRPr lang="es-ES" sz="1800" b="0" baseline="-25000">
                <a:solidFill>
                  <a:schemeClr val="tx1"/>
                </a:solidFill>
              </a:endParaRPr>
            </a:p>
          </p:txBody>
        </p:sp>
        <p:sp>
          <p:nvSpPr>
            <p:cNvPr id="26728" name="Line 221"/>
            <p:cNvSpPr>
              <a:spLocks noChangeShapeType="1"/>
            </p:cNvSpPr>
            <p:nvPr/>
          </p:nvSpPr>
          <p:spPr bwMode="auto">
            <a:xfrm>
              <a:off x="1686" y="986"/>
              <a:ext cx="81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729" name="Line 222"/>
            <p:cNvSpPr>
              <a:spLocks noChangeShapeType="1"/>
            </p:cNvSpPr>
            <p:nvPr/>
          </p:nvSpPr>
          <p:spPr bwMode="auto">
            <a:xfrm rot="10800000">
              <a:off x="770" y="982"/>
              <a:ext cx="0" cy="13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730" name="Freeform 223"/>
            <p:cNvSpPr>
              <a:spLocks/>
            </p:cNvSpPr>
            <p:nvPr/>
          </p:nvSpPr>
          <p:spPr bwMode="auto">
            <a:xfrm rot="16200000" flipV="1">
              <a:off x="865" y="977"/>
              <a:ext cx="140" cy="153"/>
            </a:xfrm>
            <a:custGeom>
              <a:avLst/>
              <a:gdLst>
                <a:gd name="T0" fmla="*/ 0 w 244"/>
                <a:gd name="T1" fmla="*/ 3 h 296"/>
                <a:gd name="T2" fmla="*/ 5 w 244"/>
                <a:gd name="T3" fmla="*/ 3 h 296"/>
                <a:gd name="T4" fmla="*/ 5 w 244"/>
                <a:gd name="T5" fmla="*/ 0 h 296"/>
                <a:gd name="T6" fmla="*/ 0 60000 65536"/>
                <a:gd name="T7" fmla="*/ 0 60000 65536"/>
                <a:gd name="T8" fmla="*/ 0 60000 65536"/>
                <a:gd name="T9" fmla="*/ 0 w 244"/>
                <a:gd name="T10" fmla="*/ 0 h 296"/>
                <a:gd name="T11" fmla="*/ 244 w 244"/>
                <a:gd name="T12" fmla="*/ 296 h 29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44" h="296">
                  <a:moveTo>
                    <a:pt x="0" y="296"/>
                  </a:moveTo>
                  <a:lnTo>
                    <a:pt x="244" y="296"/>
                  </a:lnTo>
                  <a:lnTo>
                    <a:pt x="244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26731" name="Line 224"/>
            <p:cNvSpPr>
              <a:spLocks noChangeShapeType="1"/>
            </p:cNvSpPr>
            <p:nvPr/>
          </p:nvSpPr>
          <p:spPr bwMode="auto">
            <a:xfrm rot="-5400000">
              <a:off x="861" y="1099"/>
              <a:ext cx="0" cy="5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732" name="Freeform 225"/>
            <p:cNvSpPr>
              <a:spLocks/>
            </p:cNvSpPr>
            <p:nvPr/>
          </p:nvSpPr>
          <p:spPr bwMode="auto">
            <a:xfrm rot="-5400000">
              <a:off x="502" y="923"/>
              <a:ext cx="139" cy="259"/>
            </a:xfrm>
            <a:custGeom>
              <a:avLst/>
              <a:gdLst>
                <a:gd name="T0" fmla="*/ 0 w 244"/>
                <a:gd name="T1" fmla="*/ 116 h 296"/>
                <a:gd name="T2" fmla="*/ 5 w 244"/>
                <a:gd name="T3" fmla="*/ 116 h 296"/>
                <a:gd name="T4" fmla="*/ 5 w 244"/>
                <a:gd name="T5" fmla="*/ 0 h 296"/>
                <a:gd name="T6" fmla="*/ 0 60000 65536"/>
                <a:gd name="T7" fmla="*/ 0 60000 65536"/>
                <a:gd name="T8" fmla="*/ 0 60000 65536"/>
                <a:gd name="T9" fmla="*/ 0 w 244"/>
                <a:gd name="T10" fmla="*/ 0 h 296"/>
                <a:gd name="T11" fmla="*/ 244 w 244"/>
                <a:gd name="T12" fmla="*/ 296 h 29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44" h="296">
                  <a:moveTo>
                    <a:pt x="0" y="296"/>
                  </a:moveTo>
                  <a:lnTo>
                    <a:pt x="244" y="296"/>
                  </a:lnTo>
                  <a:lnTo>
                    <a:pt x="244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26733" name="Freeform 226"/>
            <p:cNvSpPr>
              <a:spLocks/>
            </p:cNvSpPr>
            <p:nvPr/>
          </p:nvSpPr>
          <p:spPr bwMode="auto">
            <a:xfrm rot="-5400000">
              <a:off x="699" y="1144"/>
              <a:ext cx="160" cy="214"/>
            </a:xfrm>
            <a:custGeom>
              <a:avLst/>
              <a:gdLst>
                <a:gd name="T0" fmla="*/ 1 w 372"/>
                <a:gd name="T1" fmla="*/ 0 h 456"/>
                <a:gd name="T2" fmla="*/ 1 w 372"/>
                <a:gd name="T3" fmla="*/ 2 h 456"/>
                <a:gd name="T4" fmla="*/ 0 w 372"/>
                <a:gd name="T5" fmla="*/ 2 h 456"/>
                <a:gd name="T6" fmla="*/ 0 60000 65536"/>
                <a:gd name="T7" fmla="*/ 0 60000 65536"/>
                <a:gd name="T8" fmla="*/ 0 60000 65536"/>
                <a:gd name="T9" fmla="*/ 0 w 372"/>
                <a:gd name="T10" fmla="*/ 0 h 456"/>
                <a:gd name="T11" fmla="*/ 372 w 372"/>
                <a:gd name="T12" fmla="*/ 456 h 45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72" h="456">
                  <a:moveTo>
                    <a:pt x="372" y="0"/>
                  </a:moveTo>
                  <a:lnTo>
                    <a:pt x="372" y="456"/>
                  </a:lnTo>
                  <a:lnTo>
                    <a:pt x="0" y="456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26734" name="Line 227"/>
            <p:cNvSpPr>
              <a:spLocks noChangeShapeType="1"/>
            </p:cNvSpPr>
            <p:nvPr/>
          </p:nvSpPr>
          <p:spPr bwMode="auto">
            <a:xfrm rot="5400000">
              <a:off x="833" y="915"/>
              <a:ext cx="0" cy="13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735" name="Line 228"/>
            <p:cNvSpPr>
              <a:spLocks noChangeShapeType="1"/>
            </p:cNvSpPr>
            <p:nvPr/>
          </p:nvSpPr>
          <p:spPr bwMode="auto">
            <a:xfrm rot="-5400000">
              <a:off x="773" y="1099"/>
              <a:ext cx="0" cy="5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736" name="Line 229"/>
            <p:cNvSpPr>
              <a:spLocks noChangeShapeType="1"/>
            </p:cNvSpPr>
            <p:nvPr/>
          </p:nvSpPr>
          <p:spPr bwMode="auto">
            <a:xfrm rot="-5400000">
              <a:off x="701" y="1099"/>
              <a:ext cx="0" cy="5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1" name="Group 230"/>
            <p:cNvGrpSpPr>
              <a:grpSpLocks/>
            </p:cNvGrpSpPr>
            <p:nvPr/>
          </p:nvGrpSpPr>
          <p:grpSpPr bwMode="auto">
            <a:xfrm rot="10800000">
              <a:off x="1574" y="921"/>
              <a:ext cx="110" cy="124"/>
              <a:chOff x="2770" y="799"/>
              <a:chExt cx="110" cy="124"/>
            </a:xfrm>
          </p:grpSpPr>
          <p:sp>
            <p:nvSpPr>
              <p:cNvPr id="26788" name="AutoShape 231"/>
              <p:cNvSpPr>
                <a:spLocks noChangeArrowheads="1"/>
              </p:cNvSpPr>
              <p:nvPr/>
            </p:nvSpPr>
            <p:spPr bwMode="auto">
              <a:xfrm rot="5400000">
                <a:off x="2762" y="811"/>
                <a:ext cx="116" cy="100"/>
              </a:xfrm>
              <a:prstGeom prst="triangle">
                <a:avLst>
                  <a:gd name="adj" fmla="val 50000"/>
                </a:avLst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26789" name="Line 232"/>
              <p:cNvSpPr>
                <a:spLocks noChangeShapeType="1"/>
              </p:cNvSpPr>
              <p:nvPr/>
            </p:nvSpPr>
            <p:spPr bwMode="auto">
              <a:xfrm>
                <a:off x="2880" y="799"/>
                <a:ext cx="0" cy="12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6738" name="Line 233"/>
            <p:cNvSpPr>
              <a:spLocks noChangeShapeType="1"/>
            </p:cNvSpPr>
            <p:nvPr/>
          </p:nvSpPr>
          <p:spPr bwMode="auto">
            <a:xfrm rot="-5400000">
              <a:off x="1164" y="1113"/>
              <a:ext cx="25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739" name="Text Box 234"/>
            <p:cNvSpPr txBox="1">
              <a:spLocks noChangeArrowheads="1"/>
            </p:cNvSpPr>
            <p:nvPr/>
          </p:nvSpPr>
          <p:spPr bwMode="auto">
            <a:xfrm>
              <a:off x="1673" y="975"/>
              <a:ext cx="220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es-ES" sz="1800" b="0">
                  <a:solidFill>
                    <a:schemeClr val="tx1"/>
                  </a:solidFill>
                </a:rPr>
                <a:t>D</a:t>
              </a:r>
              <a:endParaRPr lang="es-ES" sz="1800" b="0" baseline="-25000">
                <a:solidFill>
                  <a:schemeClr val="tx1"/>
                </a:solidFill>
              </a:endParaRPr>
            </a:p>
          </p:txBody>
        </p:sp>
        <p:grpSp>
          <p:nvGrpSpPr>
            <p:cNvPr id="12" name="Group 235"/>
            <p:cNvGrpSpPr>
              <a:grpSpLocks/>
            </p:cNvGrpSpPr>
            <p:nvPr/>
          </p:nvGrpSpPr>
          <p:grpSpPr bwMode="auto">
            <a:xfrm rot="5400000">
              <a:off x="1150" y="1330"/>
              <a:ext cx="304" cy="119"/>
              <a:chOff x="1793" y="897"/>
              <a:chExt cx="304" cy="119"/>
            </a:xfrm>
          </p:grpSpPr>
          <p:sp>
            <p:nvSpPr>
              <p:cNvPr id="26781" name="Arc 236"/>
              <p:cNvSpPr>
                <a:spLocks/>
              </p:cNvSpPr>
              <p:nvPr/>
            </p:nvSpPr>
            <p:spPr bwMode="auto">
              <a:xfrm rot="5400000" flipH="1">
                <a:off x="1876" y="884"/>
                <a:ext cx="74" cy="101"/>
              </a:xfrm>
              <a:custGeom>
                <a:avLst/>
                <a:gdLst>
                  <a:gd name="T0" fmla="*/ 0 w 21600"/>
                  <a:gd name="T1" fmla="*/ 0 h 43099"/>
                  <a:gd name="T2" fmla="*/ 0 w 21600"/>
                  <a:gd name="T3" fmla="*/ 0 h 43099"/>
                  <a:gd name="T4" fmla="*/ 0 w 21600"/>
                  <a:gd name="T5" fmla="*/ 0 h 43099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43099"/>
                  <a:gd name="T11" fmla="*/ 21600 w 21600"/>
                  <a:gd name="T12" fmla="*/ 43099 h 4309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43099" fill="none" extrusionOk="0">
                    <a:moveTo>
                      <a:pt x="1802" y="0"/>
                    </a:moveTo>
                    <a:cubicBezTo>
                      <a:pt x="12994" y="937"/>
                      <a:pt x="21600" y="10294"/>
                      <a:pt x="21600" y="21525"/>
                    </a:cubicBezTo>
                    <a:cubicBezTo>
                      <a:pt x="21600" y="33043"/>
                      <a:pt x="12561" y="42535"/>
                      <a:pt x="1057" y="43099"/>
                    </a:cubicBezTo>
                  </a:path>
                  <a:path w="21600" h="43099" stroke="0" extrusionOk="0">
                    <a:moveTo>
                      <a:pt x="1802" y="0"/>
                    </a:moveTo>
                    <a:cubicBezTo>
                      <a:pt x="12994" y="937"/>
                      <a:pt x="21600" y="10294"/>
                      <a:pt x="21600" y="21525"/>
                    </a:cubicBezTo>
                    <a:cubicBezTo>
                      <a:pt x="21600" y="33043"/>
                      <a:pt x="12561" y="42535"/>
                      <a:pt x="1057" y="43099"/>
                    </a:cubicBezTo>
                    <a:lnTo>
                      <a:pt x="0" y="21525"/>
                    </a:lnTo>
                    <a:close/>
                  </a:path>
                </a:pathLst>
              </a:cu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26782" name="Arc 237"/>
              <p:cNvSpPr>
                <a:spLocks/>
              </p:cNvSpPr>
              <p:nvPr/>
            </p:nvSpPr>
            <p:spPr bwMode="auto">
              <a:xfrm rot="5400000">
                <a:off x="1855" y="974"/>
                <a:ext cx="49" cy="33"/>
              </a:xfrm>
              <a:custGeom>
                <a:avLst/>
                <a:gdLst>
                  <a:gd name="T0" fmla="*/ 0 w 21600"/>
                  <a:gd name="T1" fmla="*/ 0 h 43174"/>
                  <a:gd name="T2" fmla="*/ 0 w 21600"/>
                  <a:gd name="T3" fmla="*/ 0 h 43174"/>
                  <a:gd name="T4" fmla="*/ 0 w 21600"/>
                  <a:gd name="T5" fmla="*/ 0 h 43174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43174"/>
                  <a:gd name="T11" fmla="*/ 21600 w 21600"/>
                  <a:gd name="T12" fmla="*/ 43174 h 4317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43174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118"/>
                      <a:pt x="12561" y="42610"/>
                      <a:pt x="1057" y="43174"/>
                    </a:cubicBezTo>
                  </a:path>
                  <a:path w="21600" h="43174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118"/>
                      <a:pt x="12561" y="42610"/>
                      <a:pt x="1057" y="43174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26783" name="Arc 238"/>
              <p:cNvSpPr>
                <a:spLocks/>
              </p:cNvSpPr>
              <p:nvPr/>
            </p:nvSpPr>
            <p:spPr bwMode="auto">
              <a:xfrm rot="5400000" flipH="1">
                <a:off x="1801" y="889"/>
                <a:ext cx="88" cy="103"/>
              </a:xfrm>
              <a:custGeom>
                <a:avLst/>
                <a:gdLst>
                  <a:gd name="T0" fmla="*/ 0 w 21600"/>
                  <a:gd name="T1" fmla="*/ 0 h 42611"/>
                  <a:gd name="T2" fmla="*/ 0 w 21600"/>
                  <a:gd name="T3" fmla="*/ 0 h 42611"/>
                  <a:gd name="T4" fmla="*/ 0 w 21600"/>
                  <a:gd name="T5" fmla="*/ 0 h 42611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42611"/>
                  <a:gd name="T11" fmla="*/ 21600 w 21600"/>
                  <a:gd name="T12" fmla="*/ 42611 h 4261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42611" fill="none" extrusionOk="0">
                    <a:moveTo>
                      <a:pt x="3562" y="-1"/>
                    </a:moveTo>
                    <a:cubicBezTo>
                      <a:pt x="13972" y="1740"/>
                      <a:pt x="21600" y="10749"/>
                      <a:pt x="21600" y="21304"/>
                    </a:cubicBezTo>
                    <a:cubicBezTo>
                      <a:pt x="21600" y="31864"/>
                      <a:pt x="13963" y="40877"/>
                      <a:pt x="3545" y="42610"/>
                    </a:cubicBezTo>
                  </a:path>
                  <a:path w="21600" h="42611" stroke="0" extrusionOk="0">
                    <a:moveTo>
                      <a:pt x="3562" y="-1"/>
                    </a:moveTo>
                    <a:cubicBezTo>
                      <a:pt x="13972" y="1740"/>
                      <a:pt x="21600" y="10749"/>
                      <a:pt x="21600" y="21304"/>
                    </a:cubicBezTo>
                    <a:cubicBezTo>
                      <a:pt x="21600" y="31864"/>
                      <a:pt x="13963" y="40877"/>
                      <a:pt x="3545" y="42610"/>
                    </a:cubicBezTo>
                    <a:lnTo>
                      <a:pt x="0" y="21304"/>
                    </a:lnTo>
                    <a:close/>
                  </a:path>
                </a:pathLst>
              </a:cu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26784" name="Arc 239"/>
              <p:cNvSpPr>
                <a:spLocks/>
              </p:cNvSpPr>
              <p:nvPr/>
            </p:nvSpPr>
            <p:spPr bwMode="auto">
              <a:xfrm rot="5400000">
                <a:off x="1922" y="973"/>
                <a:ext cx="49" cy="33"/>
              </a:xfrm>
              <a:custGeom>
                <a:avLst/>
                <a:gdLst>
                  <a:gd name="T0" fmla="*/ 0 w 21600"/>
                  <a:gd name="T1" fmla="*/ 0 h 43174"/>
                  <a:gd name="T2" fmla="*/ 0 w 21600"/>
                  <a:gd name="T3" fmla="*/ 0 h 43174"/>
                  <a:gd name="T4" fmla="*/ 0 w 21600"/>
                  <a:gd name="T5" fmla="*/ 0 h 43174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43174"/>
                  <a:gd name="T11" fmla="*/ 21600 w 21600"/>
                  <a:gd name="T12" fmla="*/ 43174 h 4317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43174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118"/>
                      <a:pt x="12561" y="42610"/>
                      <a:pt x="1057" y="43174"/>
                    </a:cubicBezTo>
                  </a:path>
                  <a:path w="21600" h="43174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118"/>
                      <a:pt x="12561" y="42610"/>
                      <a:pt x="1057" y="43174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26785" name="Arc 240"/>
              <p:cNvSpPr>
                <a:spLocks/>
              </p:cNvSpPr>
              <p:nvPr/>
            </p:nvSpPr>
            <p:spPr bwMode="auto">
              <a:xfrm rot="5400000" flipH="1">
                <a:off x="1943" y="885"/>
                <a:ext cx="74" cy="101"/>
              </a:xfrm>
              <a:custGeom>
                <a:avLst/>
                <a:gdLst>
                  <a:gd name="T0" fmla="*/ 0 w 21600"/>
                  <a:gd name="T1" fmla="*/ 0 h 43099"/>
                  <a:gd name="T2" fmla="*/ 0 w 21600"/>
                  <a:gd name="T3" fmla="*/ 0 h 43099"/>
                  <a:gd name="T4" fmla="*/ 0 w 21600"/>
                  <a:gd name="T5" fmla="*/ 0 h 43099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43099"/>
                  <a:gd name="T11" fmla="*/ 21600 w 21600"/>
                  <a:gd name="T12" fmla="*/ 43099 h 4309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43099" fill="none" extrusionOk="0">
                    <a:moveTo>
                      <a:pt x="1802" y="0"/>
                    </a:moveTo>
                    <a:cubicBezTo>
                      <a:pt x="12994" y="937"/>
                      <a:pt x="21600" y="10294"/>
                      <a:pt x="21600" y="21525"/>
                    </a:cubicBezTo>
                    <a:cubicBezTo>
                      <a:pt x="21600" y="33043"/>
                      <a:pt x="12561" y="42535"/>
                      <a:pt x="1057" y="43099"/>
                    </a:cubicBezTo>
                  </a:path>
                  <a:path w="21600" h="43099" stroke="0" extrusionOk="0">
                    <a:moveTo>
                      <a:pt x="1802" y="0"/>
                    </a:moveTo>
                    <a:cubicBezTo>
                      <a:pt x="12994" y="937"/>
                      <a:pt x="21600" y="10294"/>
                      <a:pt x="21600" y="21525"/>
                    </a:cubicBezTo>
                    <a:cubicBezTo>
                      <a:pt x="21600" y="33043"/>
                      <a:pt x="12561" y="42535"/>
                      <a:pt x="1057" y="43099"/>
                    </a:cubicBezTo>
                    <a:lnTo>
                      <a:pt x="0" y="21525"/>
                    </a:lnTo>
                    <a:close/>
                  </a:path>
                </a:pathLst>
              </a:cu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26786" name="Arc 241"/>
              <p:cNvSpPr>
                <a:spLocks/>
              </p:cNvSpPr>
              <p:nvPr/>
            </p:nvSpPr>
            <p:spPr bwMode="auto">
              <a:xfrm rot="5400000">
                <a:off x="1989" y="975"/>
                <a:ext cx="49" cy="33"/>
              </a:xfrm>
              <a:custGeom>
                <a:avLst/>
                <a:gdLst>
                  <a:gd name="T0" fmla="*/ 0 w 21600"/>
                  <a:gd name="T1" fmla="*/ 0 h 43174"/>
                  <a:gd name="T2" fmla="*/ 0 w 21600"/>
                  <a:gd name="T3" fmla="*/ 0 h 43174"/>
                  <a:gd name="T4" fmla="*/ 0 w 21600"/>
                  <a:gd name="T5" fmla="*/ 0 h 43174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43174"/>
                  <a:gd name="T11" fmla="*/ 21600 w 21600"/>
                  <a:gd name="T12" fmla="*/ 43174 h 4317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43174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118"/>
                      <a:pt x="12561" y="42610"/>
                      <a:pt x="1057" y="43174"/>
                    </a:cubicBezTo>
                  </a:path>
                  <a:path w="21600" h="43174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118"/>
                      <a:pt x="12561" y="42610"/>
                      <a:pt x="1057" y="43174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26787" name="Arc 242"/>
              <p:cNvSpPr>
                <a:spLocks/>
              </p:cNvSpPr>
              <p:nvPr/>
            </p:nvSpPr>
            <p:spPr bwMode="auto">
              <a:xfrm rot="5400000" flipH="1">
                <a:off x="2010" y="885"/>
                <a:ext cx="74" cy="101"/>
              </a:xfrm>
              <a:custGeom>
                <a:avLst/>
                <a:gdLst>
                  <a:gd name="T0" fmla="*/ 0 w 21600"/>
                  <a:gd name="T1" fmla="*/ 0 h 43099"/>
                  <a:gd name="T2" fmla="*/ 0 w 21600"/>
                  <a:gd name="T3" fmla="*/ 0 h 43099"/>
                  <a:gd name="T4" fmla="*/ 0 w 21600"/>
                  <a:gd name="T5" fmla="*/ 0 h 43099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43099"/>
                  <a:gd name="T11" fmla="*/ 21600 w 21600"/>
                  <a:gd name="T12" fmla="*/ 43099 h 4309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43099" fill="none" extrusionOk="0">
                    <a:moveTo>
                      <a:pt x="1802" y="0"/>
                    </a:moveTo>
                    <a:cubicBezTo>
                      <a:pt x="12994" y="937"/>
                      <a:pt x="21600" y="10294"/>
                      <a:pt x="21600" y="21525"/>
                    </a:cubicBezTo>
                    <a:cubicBezTo>
                      <a:pt x="21600" y="33043"/>
                      <a:pt x="12561" y="42535"/>
                      <a:pt x="1057" y="43099"/>
                    </a:cubicBezTo>
                  </a:path>
                  <a:path w="21600" h="43099" stroke="0" extrusionOk="0">
                    <a:moveTo>
                      <a:pt x="1802" y="0"/>
                    </a:moveTo>
                    <a:cubicBezTo>
                      <a:pt x="12994" y="937"/>
                      <a:pt x="21600" y="10294"/>
                      <a:pt x="21600" y="21525"/>
                    </a:cubicBezTo>
                    <a:cubicBezTo>
                      <a:pt x="21600" y="33043"/>
                      <a:pt x="12561" y="42535"/>
                      <a:pt x="1057" y="43099"/>
                    </a:cubicBezTo>
                    <a:lnTo>
                      <a:pt x="0" y="21525"/>
                    </a:lnTo>
                    <a:close/>
                  </a:path>
                </a:pathLst>
              </a:cu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s-ES"/>
              </a:p>
            </p:txBody>
          </p:sp>
        </p:grpSp>
        <p:sp>
          <p:nvSpPr>
            <p:cNvPr id="26741" name="Line 243"/>
            <p:cNvSpPr>
              <a:spLocks noChangeShapeType="1"/>
            </p:cNvSpPr>
            <p:nvPr/>
          </p:nvSpPr>
          <p:spPr bwMode="auto">
            <a:xfrm rot="10800000">
              <a:off x="1011" y="984"/>
              <a:ext cx="56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742" name="Line 244"/>
            <p:cNvSpPr>
              <a:spLocks noChangeShapeType="1"/>
            </p:cNvSpPr>
            <p:nvPr/>
          </p:nvSpPr>
          <p:spPr bwMode="auto">
            <a:xfrm rot="5400000">
              <a:off x="1216" y="1618"/>
              <a:ext cx="14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743" name="Line 245"/>
            <p:cNvSpPr>
              <a:spLocks noChangeShapeType="1"/>
            </p:cNvSpPr>
            <p:nvPr/>
          </p:nvSpPr>
          <p:spPr bwMode="auto">
            <a:xfrm rot="10800000">
              <a:off x="321" y="983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744" name="Text Box 246"/>
            <p:cNvSpPr txBox="1">
              <a:spLocks noChangeArrowheads="1"/>
            </p:cNvSpPr>
            <p:nvPr/>
          </p:nvSpPr>
          <p:spPr bwMode="auto">
            <a:xfrm>
              <a:off x="342" y="1376"/>
              <a:ext cx="28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/>
              <a:r>
                <a:rPr lang="es-ES" sz="1800">
                  <a:solidFill>
                    <a:schemeClr val="tx1"/>
                  </a:solidFill>
                </a:rPr>
                <a:t>v</a:t>
              </a:r>
              <a:r>
                <a:rPr lang="es-ES" sz="1800" baseline="-25000">
                  <a:solidFill>
                    <a:schemeClr val="tx1"/>
                  </a:solidFill>
                </a:rPr>
                <a:t>g</a:t>
              </a:r>
            </a:p>
          </p:txBody>
        </p:sp>
        <p:sp>
          <p:nvSpPr>
            <p:cNvPr id="26745" name="Line 247"/>
            <p:cNvSpPr>
              <a:spLocks noChangeShapeType="1"/>
            </p:cNvSpPr>
            <p:nvPr/>
          </p:nvSpPr>
          <p:spPr bwMode="auto">
            <a:xfrm>
              <a:off x="1083" y="933"/>
              <a:ext cx="16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746" name="Text Box 248"/>
            <p:cNvSpPr txBox="1">
              <a:spLocks noChangeArrowheads="1"/>
            </p:cNvSpPr>
            <p:nvPr/>
          </p:nvSpPr>
          <p:spPr bwMode="auto">
            <a:xfrm>
              <a:off x="1033" y="952"/>
              <a:ext cx="28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/>
              <a:r>
                <a:rPr lang="es-ES" sz="1800">
                  <a:solidFill>
                    <a:schemeClr val="tx1"/>
                  </a:solidFill>
                </a:rPr>
                <a:t>i</a:t>
              </a:r>
              <a:r>
                <a:rPr lang="es-ES" sz="1800" baseline="-25000">
                  <a:solidFill>
                    <a:schemeClr val="tx1"/>
                  </a:solidFill>
                </a:rPr>
                <a:t>L</a:t>
              </a:r>
            </a:p>
          </p:txBody>
        </p:sp>
        <p:sp>
          <p:nvSpPr>
            <p:cNvPr id="26747" name="Text Box 249"/>
            <p:cNvSpPr txBox="1">
              <a:spLocks noChangeArrowheads="1"/>
            </p:cNvSpPr>
            <p:nvPr/>
          </p:nvSpPr>
          <p:spPr bwMode="auto">
            <a:xfrm>
              <a:off x="997" y="689"/>
              <a:ext cx="292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/>
              <a:r>
                <a:rPr lang="es-ES" sz="1800">
                  <a:solidFill>
                    <a:schemeClr val="tx1"/>
                  </a:solidFill>
                </a:rPr>
                <a:t>i</a:t>
              </a:r>
              <a:r>
                <a:rPr lang="es-ES" sz="1800" baseline="-25000">
                  <a:solidFill>
                    <a:schemeClr val="tx1"/>
                  </a:solidFill>
                </a:rPr>
                <a:t>S</a:t>
              </a:r>
            </a:p>
          </p:txBody>
        </p:sp>
        <p:sp>
          <p:nvSpPr>
            <p:cNvPr id="26748" name="Text Box 250"/>
            <p:cNvSpPr txBox="1">
              <a:spLocks noChangeArrowheads="1"/>
            </p:cNvSpPr>
            <p:nvPr/>
          </p:nvSpPr>
          <p:spPr bwMode="auto">
            <a:xfrm>
              <a:off x="1082" y="1387"/>
              <a:ext cx="260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/>
              <a:r>
                <a:rPr lang="en-US" sz="1800" b="0">
                  <a:solidFill>
                    <a:schemeClr val="tx1"/>
                  </a:solidFill>
                </a:rPr>
                <a:t>L</a:t>
              </a:r>
              <a:endParaRPr lang="en-US" sz="1800" b="0" baseline="-25000">
                <a:solidFill>
                  <a:schemeClr val="tx1"/>
                </a:solidFill>
              </a:endParaRPr>
            </a:p>
          </p:txBody>
        </p:sp>
        <p:grpSp>
          <p:nvGrpSpPr>
            <p:cNvPr id="13" name="Group 251"/>
            <p:cNvGrpSpPr>
              <a:grpSpLocks/>
            </p:cNvGrpSpPr>
            <p:nvPr/>
          </p:nvGrpSpPr>
          <p:grpSpPr bwMode="auto">
            <a:xfrm>
              <a:off x="164" y="1330"/>
              <a:ext cx="314" cy="81"/>
              <a:chOff x="962" y="1273"/>
              <a:chExt cx="314" cy="81"/>
            </a:xfrm>
          </p:grpSpPr>
          <p:sp>
            <p:nvSpPr>
              <p:cNvPr id="26779" name="Rectangle 252"/>
              <p:cNvSpPr>
                <a:spLocks noChangeArrowheads="1"/>
              </p:cNvSpPr>
              <p:nvPr/>
            </p:nvSpPr>
            <p:spPr bwMode="auto">
              <a:xfrm>
                <a:off x="1053" y="1314"/>
                <a:ext cx="132" cy="40"/>
              </a:xfrm>
              <a:prstGeom prst="rect">
                <a:avLst/>
              </a:prstGeom>
              <a:solidFill>
                <a:schemeClr val="tx1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26780" name="Line 253"/>
              <p:cNvSpPr>
                <a:spLocks noChangeShapeType="1"/>
              </p:cNvSpPr>
              <p:nvPr/>
            </p:nvSpPr>
            <p:spPr bwMode="auto">
              <a:xfrm rot="10800000">
                <a:off x="962" y="1273"/>
                <a:ext cx="31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6750" name="Line 254"/>
            <p:cNvSpPr>
              <a:spLocks noChangeShapeType="1"/>
            </p:cNvSpPr>
            <p:nvPr/>
          </p:nvSpPr>
          <p:spPr bwMode="auto">
            <a:xfrm rot="5400000">
              <a:off x="156" y="1154"/>
              <a:ext cx="33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751" name="Line 255"/>
            <p:cNvSpPr>
              <a:spLocks noChangeShapeType="1"/>
            </p:cNvSpPr>
            <p:nvPr/>
          </p:nvSpPr>
          <p:spPr bwMode="auto">
            <a:xfrm rot="5400000">
              <a:off x="188" y="1550"/>
              <a:ext cx="27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752" name="Text Box 256"/>
            <p:cNvSpPr txBox="1">
              <a:spLocks noChangeArrowheads="1"/>
            </p:cNvSpPr>
            <p:nvPr/>
          </p:nvSpPr>
          <p:spPr bwMode="auto">
            <a:xfrm>
              <a:off x="651" y="1196"/>
              <a:ext cx="212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es-ES" sz="1800" b="0">
                  <a:solidFill>
                    <a:schemeClr val="tx1"/>
                  </a:solidFill>
                </a:rPr>
                <a:t>S</a:t>
              </a:r>
              <a:endParaRPr lang="es-ES" sz="1800" b="0" baseline="-25000">
                <a:solidFill>
                  <a:schemeClr val="tx1"/>
                </a:solidFill>
              </a:endParaRPr>
            </a:p>
          </p:txBody>
        </p:sp>
        <p:sp>
          <p:nvSpPr>
            <p:cNvPr id="26753" name="Text Box 257"/>
            <p:cNvSpPr txBox="1">
              <a:spLocks noChangeArrowheads="1"/>
            </p:cNvSpPr>
            <p:nvPr/>
          </p:nvSpPr>
          <p:spPr bwMode="auto">
            <a:xfrm>
              <a:off x="1379" y="683"/>
              <a:ext cx="280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/>
              <a:r>
                <a:rPr lang="es-ES" sz="1800">
                  <a:solidFill>
                    <a:schemeClr val="tx1"/>
                  </a:solidFill>
                </a:rPr>
                <a:t>i</a:t>
              </a:r>
              <a:r>
                <a:rPr lang="es-ES" sz="1800" baseline="-25000">
                  <a:solidFill>
                    <a:schemeClr val="tx1"/>
                  </a:solidFill>
                </a:rPr>
                <a:t>D</a:t>
              </a:r>
            </a:p>
          </p:txBody>
        </p:sp>
        <p:sp>
          <p:nvSpPr>
            <p:cNvPr id="26754" name="Line 258"/>
            <p:cNvSpPr>
              <a:spLocks noChangeShapeType="1"/>
            </p:cNvSpPr>
            <p:nvPr/>
          </p:nvSpPr>
          <p:spPr bwMode="auto">
            <a:xfrm rot="16200000" flipV="1">
              <a:off x="1158" y="1124"/>
              <a:ext cx="16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755" name="Line 259"/>
            <p:cNvSpPr>
              <a:spLocks noChangeShapeType="1"/>
            </p:cNvSpPr>
            <p:nvPr/>
          </p:nvSpPr>
          <p:spPr bwMode="auto">
            <a:xfrm flipH="1">
              <a:off x="1341" y="933"/>
              <a:ext cx="16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756" name="Text Box 260"/>
            <p:cNvSpPr txBox="1">
              <a:spLocks noChangeArrowheads="1"/>
            </p:cNvSpPr>
            <p:nvPr/>
          </p:nvSpPr>
          <p:spPr bwMode="auto">
            <a:xfrm>
              <a:off x="2255" y="1292"/>
              <a:ext cx="273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es-ES" sz="1800" b="0">
                  <a:solidFill>
                    <a:schemeClr val="tx1"/>
                  </a:solidFill>
                </a:rPr>
                <a:t>R</a:t>
              </a:r>
              <a:r>
                <a:rPr lang="es-ES" sz="1800" b="0" baseline="-25000">
                  <a:solidFill>
                    <a:schemeClr val="tx1"/>
                  </a:solidFill>
                </a:rPr>
                <a:t>L</a:t>
              </a:r>
            </a:p>
          </p:txBody>
        </p:sp>
        <p:grpSp>
          <p:nvGrpSpPr>
            <p:cNvPr id="14" name="Group 261"/>
            <p:cNvGrpSpPr>
              <a:grpSpLocks/>
            </p:cNvGrpSpPr>
            <p:nvPr/>
          </p:nvGrpSpPr>
          <p:grpSpPr bwMode="auto">
            <a:xfrm>
              <a:off x="2457" y="1225"/>
              <a:ext cx="97" cy="170"/>
              <a:chOff x="5177" y="2146"/>
              <a:chExt cx="97" cy="170"/>
            </a:xfrm>
          </p:grpSpPr>
          <p:sp>
            <p:nvSpPr>
              <p:cNvPr id="26771" name="Line 262"/>
              <p:cNvSpPr>
                <a:spLocks noChangeShapeType="1"/>
              </p:cNvSpPr>
              <p:nvPr/>
            </p:nvSpPr>
            <p:spPr bwMode="auto">
              <a:xfrm rot="16200000" flipH="1">
                <a:off x="5238" y="2134"/>
                <a:ext cx="24" cy="4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772" name="Line 263"/>
              <p:cNvSpPr>
                <a:spLocks noChangeShapeType="1"/>
              </p:cNvSpPr>
              <p:nvPr/>
            </p:nvSpPr>
            <p:spPr bwMode="auto">
              <a:xfrm rot="-5400000">
                <a:off x="5218" y="2132"/>
                <a:ext cx="16" cy="9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773" name="Line 264"/>
              <p:cNvSpPr>
                <a:spLocks noChangeShapeType="1"/>
              </p:cNvSpPr>
              <p:nvPr/>
            </p:nvSpPr>
            <p:spPr bwMode="auto">
              <a:xfrm rot="16200000" flipH="1">
                <a:off x="5205" y="2160"/>
                <a:ext cx="35" cy="9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5" name="Group 265"/>
              <p:cNvGrpSpPr>
                <a:grpSpLocks/>
              </p:cNvGrpSpPr>
              <p:nvPr/>
            </p:nvGrpSpPr>
            <p:grpSpPr bwMode="auto">
              <a:xfrm rot="-5400000">
                <a:off x="5201" y="2220"/>
                <a:ext cx="50" cy="93"/>
                <a:chOff x="2250" y="1869"/>
                <a:chExt cx="87" cy="178"/>
              </a:xfrm>
            </p:grpSpPr>
            <p:sp>
              <p:nvSpPr>
                <p:cNvPr id="26777" name="Line 266"/>
                <p:cNvSpPr>
                  <a:spLocks noChangeShapeType="1"/>
                </p:cNvSpPr>
                <p:nvPr/>
              </p:nvSpPr>
              <p:spPr bwMode="auto">
                <a:xfrm>
                  <a:off x="2250" y="1873"/>
                  <a:ext cx="27" cy="174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778" name="Line 267"/>
                <p:cNvSpPr>
                  <a:spLocks noChangeShapeType="1"/>
                </p:cNvSpPr>
                <p:nvPr/>
              </p:nvSpPr>
              <p:spPr bwMode="auto">
                <a:xfrm flipH="1">
                  <a:off x="2276" y="1869"/>
                  <a:ext cx="61" cy="17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26775" name="Line 268"/>
              <p:cNvSpPr>
                <a:spLocks noChangeShapeType="1"/>
              </p:cNvSpPr>
              <p:nvPr/>
            </p:nvSpPr>
            <p:spPr bwMode="auto">
              <a:xfrm rot="-5400000">
                <a:off x="5215" y="2185"/>
                <a:ext cx="16" cy="9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776" name="Line 269"/>
              <p:cNvSpPr>
                <a:spLocks noChangeShapeType="1"/>
              </p:cNvSpPr>
              <p:nvPr/>
            </p:nvSpPr>
            <p:spPr bwMode="auto">
              <a:xfrm rot="16200000" flipH="1">
                <a:off x="5191" y="2282"/>
                <a:ext cx="23" cy="4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6758" name="Line 270"/>
            <p:cNvSpPr>
              <a:spLocks noChangeShapeType="1"/>
            </p:cNvSpPr>
            <p:nvPr/>
          </p:nvSpPr>
          <p:spPr bwMode="auto">
            <a:xfrm>
              <a:off x="2504" y="982"/>
              <a:ext cx="0" cy="2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759" name="Line 271"/>
            <p:cNvSpPr>
              <a:spLocks noChangeShapeType="1"/>
            </p:cNvSpPr>
            <p:nvPr/>
          </p:nvSpPr>
          <p:spPr bwMode="auto">
            <a:xfrm>
              <a:off x="2505" y="1396"/>
              <a:ext cx="0" cy="2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760" name="Text Box 272"/>
            <p:cNvSpPr txBox="1">
              <a:spLocks noChangeArrowheads="1"/>
            </p:cNvSpPr>
            <p:nvPr/>
          </p:nvSpPr>
          <p:spPr bwMode="auto">
            <a:xfrm>
              <a:off x="2243" y="699"/>
              <a:ext cx="24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GB" sz="1800">
                  <a:solidFill>
                    <a:schemeClr val="tx1"/>
                  </a:solidFill>
                </a:rPr>
                <a:t>i</a:t>
              </a:r>
              <a:r>
                <a:rPr lang="en-GB" sz="1800" baseline="-25000">
                  <a:solidFill>
                    <a:schemeClr val="tx1"/>
                  </a:solidFill>
                </a:rPr>
                <a:t>O</a:t>
              </a:r>
            </a:p>
          </p:txBody>
        </p:sp>
        <p:grpSp>
          <p:nvGrpSpPr>
            <p:cNvPr id="16" name="Group 273"/>
            <p:cNvGrpSpPr>
              <a:grpSpLocks/>
            </p:cNvGrpSpPr>
            <p:nvPr/>
          </p:nvGrpSpPr>
          <p:grpSpPr bwMode="auto">
            <a:xfrm>
              <a:off x="2490" y="1064"/>
              <a:ext cx="338" cy="497"/>
              <a:chOff x="3719" y="1090"/>
              <a:chExt cx="338" cy="497"/>
            </a:xfrm>
          </p:grpSpPr>
          <p:sp>
            <p:nvSpPr>
              <p:cNvPr id="26768" name="Text Box 274"/>
              <p:cNvSpPr txBox="1">
                <a:spLocks noChangeArrowheads="1"/>
              </p:cNvSpPr>
              <p:nvPr/>
            </p:nvSpPr>
            <p:spPr bwMode="auto">
              <a:xfrm>
                <a:off x="3741" y="1196"/>
                <a:ext cx="316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/>
                <a:r>
                  <a:rPr lang="en-GB" sz="1800">
                    <a:solidFill>
                      <a:schemeClr val="tx1"/>
                    </a:solidFill>
                  </a:rPr>
                  <a:t>v</a:t>
                </a:r>
                <a:r>
                  <a:rPr lang="en-GB" sz="1800" baseline="-25000">
                    <a:solidFill>
                      <a:schemeClr val="tx1"/>
                    </a:solidFill>
                  </a:rPr>
                  <a:t>O</a:t>
                </a:r>
              </a:p>
            </p:txBody>
          </p:sp>
          <p:sp>
            <p:nvSpPr>
              <p:cNvPr id="26769" name="Text Box 275"/>
              <p:cNvSpPr txBox="1">
                <a:spLocks noChangeArrowheads="1"/>
              </p:cNvSpPr>
              <p:nvPr/>
            </p:nvSpPr>
            <p:spPr bwMode="auto">
              <a:xfrm>
                <a:off x="3719" y="1090"/>
                <a:ext cx="236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/>
                <a:r>
                  <a:rPr lang="en-GB" sz="1800" b="0">
                    <a:solidFill>
                      <a:schemeClr val="tx1"/>
                    </a:solidFill>
                  </a:rPr>
                  <a:t>-</a:t>
                </a:r>
                <a:endParaRPr lang="en-GB" sz="1800" b="0" baseline="-25000">
                  <a:solidFill>
                    <a:schemeClr val="tx1"/>
                  </a:solidFill>
                </a:endParaRPr>
              </a:p>
            </p:txBody>
          </p:sp>
          <p:sp>
            <p:nvSpPr>
              <p:cNvPr id="26770" name="Text Box 276"/>
              <p:cNvSpPr txBox="1">
                <a:spLocks noChangeArrowheads="1"/>
              </p:cNvSpPr>
              <p:nvPr/>
            </p:nvSpPr>
            <p:spPr bwMode="auto">
              <a:xfrm>
                <a:off x="3719" y="1356"/>
                <a:ext cx="236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/>
                <a:r>
                  <a:rPr lang="en-GB" sz="1800" b="0">
                    <a:solidFill>
                      <a:schemeClr val="tx1"/>
                    </a:solidFill>
                  </a:rPr>
                  <a:t>+</a:t>
                </a:r>
                <a:endParaRPr lang="en-GB" sz="1800" b="0" baseline="-2500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6762" name="Freeform 277"/>
            <p:cNvSpPr>
              <a:spLocks/>
            </p:cNvSpPr>
            <p:nvPr/>
          </p:nvSpPr>
          <p:spPr bwMode="auto">
            <a:xfrm>
              <a:off x="2214" y="936"/>
              <a:ext cx="337" cy="130"/>
            </a:xfrm>
            <a:custGeom>
              <a:avLst/>
              <a:gdLst>
                <a:gd name="T0" fmla="*/ 0 w 153"/>
                <a:gd name="T1" fmla="*/ 0 h 234"/>
                <a:gd name="T2" fmla="*/ 38458 w 153"/>
                <a:gd name="T3" fmla="*/ 0 h 234"/>
                <a:gd name="T4" fmla="*/ 38458 w 153"/>
                <a:gd name="T5" fmla="*/ 4 h 234"/>
                <a:gd name="T6" fmla="*/ 0 60000 65536"/>
                <a:gd name="T7" fmla="*/ 0 60000 65536"/>
                <a:gd name="T8" fmla="*/ 0 60000 65536"/>
                <a:gd name="T9" fmla="*/ 0 w 153"/>
                <a:gd name="T10" fmla="*/ 0 h 234"/>
                <a:gd name="T11" fmla="*/ 153 w 153"/>
                <a:gd name="T12" fmla="*/ 234 h 23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3" h="234">
                  <a:moveTo>
                    <a:pt x="0" y="0"/>
                  </a:moveTo>
                  <a:lnTo>
                    <a:pt x="153" y="0"/>
                  </a:lnTo>
                  <a:lnTo>
                    <a:pt x="153" y="234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 type="triangle" w="med" len="med"/>
              <a:tailE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26763" name="Freeform 278"/>
            <p:cNvSpPr>
              <a:spLocks/>
            </p:cNvSpPr>
            <p:nvPr/>
          </p:nvSpPr>
          <p:spPr bwMode="auto">
            <a:xfrm rot="-5400000">
              <a:off x="338" y="865"/>
              <a:ext cx="201" cy="312"/>
            </a:xfrm>
            <a:custGeom>
              <a:avLst/>
              <a:gdLst>
                <a:gd name="T0" fmla="*/ 0 w 153"/>
                <a:gd name="T1" fmla="*/ 0 h 234"/>
                <a:gd name="T2" fmla="*/ 1034 w 153"/>
                <a:gd name="T3" fmla="*/ 0 h 234"/>
                <a:gd name="T4" fmla="*/ 1034 w 153"/>
                <a:gd name="T5" fmla="*/ 1755 h 234"/>
                <a:gd name="T6" fmla="*/ 0 60000 65536"/>
                <a:gd name="T7" fmla="*/ 0 60000 65536"/>
                <a:gd name="T8" fmla="*/ 0 60000 65536"/>
                <a:gd name="T9" fmla="*/ 0 w 153"/>
                <a:gd name="T10" fmla="*/ 0 h 234"/>
                <a:gd name="T11" fmla="*/ 153 w 153"/>
                <a:gd name="T12" fmla="*/ 234 h 23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3" h="234">
                  <a:moveTo>
                    <a:pt x="0" y="0"/>
                  </a:moveTo>
                  <a:lnTo>
                    <a:pt x="153" y="0"/>
                  </a:lnTo>
                  <a:lnTo>
                    <a:pt x="153" y="234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26764" name="Text Box 279"/>
            <p:cNvSpPr txBox="1">
              <a:spLocks noChangeArrowheads="1"/>
            </p:cNvSpPr>
            <p:nvPr/>
          </p:nvSpPr>
          <p:spPr bwMode="auto">
            <a:xfrm>
              <a:off x="306" y="632"/>
              <a:ext cx="348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/>
              <a:r>
                <a:rPr lang="en-GB" sz="1800">
                  <a:solidFill>
                    <a:schemeClr val="tx1"/>
                  </a:solidFill>
                </a:rPr>
                <a:t>i</a:t>
              </a:r>
              <a:r>
                <a:rPr lang="en-GB" sz="1800" baseline="-25000">
                  <a:solidFill>
                    <a:schemeClr val="tx1"/>
                  </a:solidFill>
                </a:rPr>
                <a:t>g</a:t>
              </a:r>
            </a:p>
          </p:txBody>
        </p:sp>
        <p:sp>
          <p:nvSpPr>
            <p:cNvPr id="26765" name="Text Box 280"/>
            <p:cNvSpPr txBox="1">
              <a:spLocks noChangeArrowheads="1"/>
            </p:cNvSpPr>
            <p:nvPr/>
          </p:nvSpPr>
          <p:spPr bwMode="auto">
            <a:xfrm>
              <a:off x="1380" y="1274"/>
              <a:ext cx="31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GB" sz="1800">
                  <a:solidFill>
                    <a:schemeClr val="tx1"/>
                  </a:solidFill>
                </a:rPr>
                <a:t>v</a:t>
              </a:r>
              <a:r>
                <a:rPr lang="en-GB" sz="1800" baseline="-25000">
                  <a:solidFill>
                    <a:schemeClr val="tx1"/>
                  </a:solidFill>
                </a:rPr>
                <a:t>L</a:t>
              </a:r>
            </a:p>
          </p:txBody>
        </p:sp>
        <p:sp>
          <p:nvSpPr>
            <p:cNvPr id="26766" name="Text Box 281"/>
            <p:cNvSpPr txBox="1">
              <a:spLocks noChangeArrowheads="1"/>
            </p:cNvSpPr>
            <p:nvPr/>
          </p:nvSpPr>
          <p:spPr bwMode="auto">
            <a:xfrm>
              <a:off x="1358" y="1102"/>
              <a:ext cx="23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GB" sz="1800" b="0">
                  <a:solidFill>
                    <a:schemeClr val="tx1"/>
                  </a:solidFill>
                </a:rPr>
                <a:t>+</a:t>
              </a:r>
              <a:endParaRPr lang="en-GB" sz="1800" b="0" baseline="-25000">
                <a:solidFill>
                  <a:schemeClr val="tx1"/>
                </a:solidFill>
              </a:endParaRPr>
            </a:p>
          </p:txBody>
        </p:sp>
        <p:sp>
          <p:nvSpPr>
            <p:cNvPr id="26767" name="Text Box 282"/>
            <p:cNvSpPr txBox="1">
              <a:spLocks noChangeArrowheads="1"/>
            </p:cNvSpPr>
            <p:nvPr/>
          </p:nvSpPr>
          <p:spPr bwMode="auto">
            <a:xfrm>
              <a:off x="1358" y="1452"/>
              <a:ext cx="23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GB" sz="1800" b="0">
                  <a:solidFill>
                    <a:schemeClr val="tx1"/>
                  </a:solidFill>
                </a:rPr>
                <a:t>-</a:t>
              </a:r>
              <a:endParaRPr lang="en-GB" sz="1800" b="0" baseline="-25000">
                <a:solidFill>
                  <a:schemeClr val="tx1"/>
                </a:solidFill>
              </a:endParaRPr>
            </a:p>
          </p:txBody>
        </p:sp>
      </p:grpSp>
      <p:grpSp>
        <p:nvGrpSpPr>
          <p:cNvPr id="17" name="Group 374"/>
          <p:cNvGrpSpPr>
            <a:grpSpLocks/>
          </p:cNvGrpSpPr>
          <p:nvPr/>
        </p:nvGrpSpPr>
        <p:grpSpPr bwMode="auto">
          <a:xfrm>
            <a:off x="322263" y="2732088"/>
            <a:ext cx="3971925" cy="1854200"/>
            <a:chOff x="203" y="1721"/>
            <a:chExt cx="2502" cy="1168"/>
          </a:xfrm>
        </p:grpSpPr>
        <p:grpSp>
          <p:nvGrpSpPr>
            <p:cNvPr id="18" name="Group 49"/>
            <p:cNvGrpSpPr>
              <a:grpSpLocks/>
            </p:cNvGrpSpPr>
            <p:nvPr/>
          </p:nvGrpSpPr>
          <p:grpSpPr bwMode="auto">
            <a:xfrm>
              <a:off x="203" y="1974"/>
              <a:ext cx="1140" cy="828"/>
              <a:chOff x="64" y="2174"/>
              <a:chExt cx="1140" cy="828"/>
            </a:xfrm>
          </p:grpSpPr>
          <p:sp>
            <p:nvSpPr>
              <p:cNvPr id="26719" name="AutoShape 50"/>
              <p:cNvSpPr>
                <a:spLocks noChangeArrowheads="1"/>
              </p:cNvSpPr>
              <p:nvPr/>
            </p:nvSpPr>
            <p:spPr bwMode="auto">
              <a:xfrm flipH="1">
                <a:off x="96" y="2174"/>
                <a:ext cx="1108" cy="828"/>
              </a:xfrm>
              <a:prstGeom prst="leftArrow">
                <a:avLst>
                  <a:gd name="adj1" fmla="val 50000"/>
                  <a:gd name="adj2" fmla="val 33454"/>
                </a:avLst>
              </a:prstGeom>
              <a:solidFill>
                <a:srgbClr val="FFC000"/>
              </a:solidFill>
              <a:ln w="9525" algn="ctr">
                <a:solidFill>
                  <a:srgbClr val="7373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26720" name="Rectangle 51"/>
              <p:cNvSpPr>
                <a:spLocks noChangeArrowheads="1"/>
              </p:cNvSpPr>
              <p:nvPr/>
            </p:nvSpPr>
            <p:spPr bwMode="auto">
              <a:xfrm>
                <a:off x="64" y="2363"/>
                <a:ext cx="1134" cy="442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/>
                <a:r>
                  <a:rPr lang="en-GB" dirty="0">
                    <a:solidFill>
                      <a:srgbClr val="737300"/>
                    </a:solidFill>
                  </a:rPr>
                  <a:t>S on, D off,</a:t>
                </a:r>
              </a:p>
              <a:p>
                <a:pPr algn="ctr"/>
                <a:r>
                  <a:rPr lang="en-GB" dirty="0">
                    <a:solidFill>
                      <a:srgbClr val="737300"/>
                    </a:solidFill>
                  </a:rPr>
                  <a:t>during </a:t>
                </a:r>
                <a:r>
                  <a:rPr lang="en-GB" dirty="0" err="1">
                    <a:solidFill>
                      <a:srgbClr val="737300"/>
                    </a:solidFill>
                  </a:rPr>
                  <a:t>dT</a:t>
                </a:r>
                <a:endParaRPr lang="en-US" dirty="0">
                  <a:solidFill>
                    <a:srgbClr val="737300"/>
                  </a:solidFill>
                </a:endParaRPr>
              </a:p>
            </p:txBody>
          </p:sp>
        </p:grpSp>
        <p:grpSp>
          <p:nvGrpSpPr>
            <p:cNvPr id="19" name="Group 372"/>
            <p:cNvGrpSpPr>
              <a:grpSpLocks/>
            </p:cNvGrpSpPr>
            <p:nvPr/>
          </p:nvGrpSpPr>
          <p:grpSpPr bwMode="auto">
            <a:xfrm>
              <a:off x="1427" y="1721"/>
              <a:ext cx="1278" cy="1168"/>
              <a:chOff x="1427" y="1721"/>
              <a:chExt cx="1278" cy="1168"/>
            </a:xfrm>
          </p:grpSpPr>
          <p:sp>
            <p:nvSpPr>
              <p:cNvPr id="26690" name="Text Box 366"/>
              <p:cNvSpPr txBox="1">
                <a:spLocks noChangeArrowheads="1"/>
              </p:cNvSpPr>
              <p:nvPr/>
            </p:nvSpPr>
            <p:spPr bwMode="auto">
              <a:xfrm>
                <a:off x="1427" y="2656"/>
                <a:ext cx="981" cy="233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sz="1800" dirty="0">
                    <a:solidFill>
                      <a:srgbClr val="FF0000"/>
                    </a:solidFill>
                  </a:rPr>
                  <a:t>Charging stage</a:t>
                </a:r>
              </a:p>
            </p:txBody>
          </p:sp>
          <p:grpSp>
            <p:nvGrpSpPr>
              <p:cNvPr id="20" name="Group 371"/>
              <p:cNvGrpSpPr>
                <a:grpSpLocks/>
              </p:cNvGrpSpPr>
              <p:nvPr/>
            </p:nvGrpSpPr>
            <p:grpSpPr bwMode="auto">
              <a:xfrm>
                <a:off x="1506" y="1721"/>
                <a:ext cx="1199" cy="936"/>
                <a:chOff x="1506" y="1721"/>
                <a:chExt cx="1199" cy="936"/>
              </a:xfrm>
            </p:grpSpPr>
            <p:grpSp>
              <p:nvGrpSpPr>
                <p:cNvPr id="21" name="Group 365"/>
                <p:cNvGrpSpPr>
                  <a:grpSpLocks/>
                </p:cNvGrpSpPr>
                <p:nvPr/>
              </p:nvGrpSpPr>
              <p:grpSpPr bwMode="auto">
                <a:xfrm>
                  <a:off x="1506" y="1993"/>
                  <a:ext cx="1199" cy="664"/>
                  <a:chOff x="1451" y="2121"/>
                  <a:chExt cx="1199" cy="664"/>
                </a:xfrm>
              </p:grpSpPr>
              <p:sp>
                <p:nvSpPr>
                  <p:cNvPr id="26695" name="Text Box 54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075" y="2169"/>
                    <a:ext cx="242" cy="231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>
                    <a:spAutoFit/>
                  </a:bodyPr>
                  <a:lstStyle/>
                  <a:p>
                    <a:pPr algn="l"/>
                    <a:r>
                      <a:rPr lang="en-GB" sz="1800">
                        <a:solidFill>
                          <a:schemeClr val="tx1"/>
                        </a:solidFill>
                      </a:rPr>
                      <a:t>i</a:t>
                    </a:r>
                    <a:r>
                      <a:rPr lang="en-GB" sz="1800" baseline="-25000">
                        <a:solidFill>
                          <a:schemeClr val="tx1"/>
                        </a:solidFill>
                      </a:rPr>
                      <a:t>L</a:t>
                    </a:r>
                  </a:p>
                </p:txBody>
              </p:sp>
              <p:sp>
                <p:nvSpPr>
                  <p:cNvPr id="26696" name="Line 55"/>
                  <p:cNvSpPr>
                    <a:spLocks noChangeShapeType="1"/>
                  </p:cNvSpPr>
                  <p:nvPr/>
                </p:nvSpPr>
                <p:spPr bwMode="auto">
                  <a:xfrm rot="10800000">
                    <a:off x="1604" y="2784"/>
                    <a:ext cx="710" cy="0"/>
                  </a:xfrm>
                  <a:prstGeom prst="line">
                    <a:avLst/>
                  </a:prstGeom>
                  <a:noFill/>
                  <a:ln w="19050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26697" name="Line 56"/>
                  <p:cNvSpPr>
                    <a:spLocks noChangeShapeType="1"/>
                  </p:cNvSpPr>
                  <p:nvPr/>
                </p:nvSpPr>
                <p:spPr bwMode="auto">
                  <a:xfrm rot="10800000">
                    <a:off x="1605" y="2172"/>
                    <a:ext cx="704" cy="0"/>
                  </a:xfrm>
                  <a:prstGeom prst="line">
                    <a:avLst/>
                  </a:prstGeom>
                  <a:noFill/>
                  <a:ln w="19050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26698" name="Text Box 57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650" y="2430"/>
                    <a:ext cx="317" cy="231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>
                    <a:spAutoFit/>
                  </a:bodyPr>
                  <a:lstStyle/>
                  <a:p>
                    <a:pPr algn="l"/>
                    <a:r>
                      <a:rPr lang="en-GB" sz="1800" dirty="0">
                        <a:solidFill>
                          <a:schemeClr val="tx1"/>
                        </a:solidFill>
                      </a:rPr>
                      <a:t>v</a:t>
                    </a:r>
                    <a:r>
                      <a:rPr lang="en-GB" sz="1800" baseline="-25000" dirty="0">
                        <a:solidFill>
                          <a:schemeClr val="tx1"/>
                        </a:solidFill>
                      </a:rPr>
                      <a:t>g</a:t>
                    </a:r>
                  </a:p>
                </p:txBody>
              </p:sp>
              <p:grpSp>
                <p:nvGrpSpPr>
                  <p:cNvPr id="22" name="Group 58"/>
                  <p:cNvGrpSpPr>
                    <a:grpSpLocks/>
                  </p:cNvGrpSpPr>
                  <p:nvPr/>
                </p:nvGrpSpPr>
                <p:grpSpPr bwMode="auto">
                  <a:xfrm>
                    <a:off x="1451" y="2447"/>
                    <a:ext cx="314" cy="81"/>
                    <a:chOff x="962" y="1273"/>
                    <a:chExt cx="314" cy="81"/>
                  </a:xfrm>
                </p:grpSpPr>
                <p:sp>
                  <p:nvSpPr>
                    <p:cNvPr id="26717" name="Rectangle 5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053" y="1314"/>
                      <a:ext cx="132" cy="40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 w="19050">
                      <a:solidFill>
                        <a:srgbClr val="FF0000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endParaRPr lang="es-ES"/>
                    </a:p>
                  </p:txBody>
                </p:sp>
                <p:sp>
                  <p:nvSpPr>
                    <p:cNvPr id="26718" name="Line 60"/>
                    <p:cNvSpPr>
                      <a:spLocks noChangeShapeType="1"/>
                    </p:cNvSpPr>
                    <p:nvPr/>
                  </p:nvSpPr>
                  <p:spPr bwMode="auto">
                    <a:xfrm rot="10800000">
                      <a:off x="962" y="1273"/>
                      <a:ext cx="314" cy="0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FF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</p:grpSp>
              <p:sp>
                <p:nvSpPr>
                  <p:cNvPr id="26700" name="Line 61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1471" y="2311"/>
                    <a:ext cx="273" cy="0"/>
                  </a:xfrm>
                  <a:prstGeom prst="line">
                    <a:avLst/>
                  </a:prstGeom>
                  <a:noFill/>
                  <a:ln w="19050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26701" name="Line 62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1472" y="2650"/>
                    <a:ext cx="270" cy="0"/>
                  </a:xfrm>
                  <a:prstGeom prst="line">
                    <a:avLst/>
                  </a:prstGeom>
                  <a:noFill/>
                  <a:ln w="19050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26702" name="Text Box 7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082" y="2499"/>
                    <a:ext cx="196" cy="231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pPr algn="l"/>
                    <a:r>
                      <a:rPr lang="en-GB" sz="1800" b="0">
                        <a:solidFill>
                          <a:schemeClr val="tx1"/>
                        </a:solidFill>
                      </a:rPr>
                      <a:t>L</a:t>
                    </a:r>
                    <a:endParaRPr lang="en-GB" sz="1800" b="0" baseline="-2500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6703" name="Line 74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2207" y="2257"/>
                    <a:ext cx="122" cy="0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26704" name="Text Box 7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334" y="2343"/>
                    <a:ext cx="316" cy="231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>
                    <a:spAutoFit/>
                  </a:bodyPr>
                  <a:lstStyle/>
                  <a:p>
                    <a:pPr algn="ctr"/>
                    <a:r>
                      <a:rPr lang="en-GB" sz="1800">
                        <a:solidFill>
                          <a:schemeClr val="tx1"/>
                        </a:solidFill>
                      </a:rPr>
                      <a:t>v</a:t>
                    </a:r>
                    <a:r>
                      <a:rPr lang="en-GB" sz="1800" baseline="-25000">
                        <a:solidFill>
                          <a:schemeClr val="tx1"/>
                        </a:solidFill>
                      </a:rPr>
                      <a:t>L</a:t>
                    </a:r>
                  </a:p>
                </p:txBody>
              </p:sp>
              <p:sp>
                <p:nvSpPr>
                  <p:cNvPr id="26705" name="Text Box 77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287" y="2121"/>
                    <a:ext cx="236" cy="231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>
                    <a:spAutoFit/>
                  </a:bodyPr>
                  <a:lstStyle/>
                  <a:p>
                    <a:pPr algn="ctr"/>
                    <a:r>
                      <a:rPr lang="en-GB" sz="1800" b="0">
                        <a:solidFill>
                          <a:schemeClr val="tx1"/>
                        </a:solidFill>
                      </a:rPr>
                      <a:t>+</a:t>
                    </a:r>
                    <a:endParaRPr lang="en-GB" sz="1800" b="0" baseline="-2500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6706" name="Text Box 7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283" y="2551"/>
                    <a:ext cx="236" cy="231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>
                    <a:spAutoFit/>
                  </a:bodyPr>
                  <a:lstStyle/>
                  <a:p>
                    <a:pPr algn="ctr"/>
                    <a:r>
                      <a:rPr lang="en-GB" sz="1800" b="0">
                        <a:solidFill>
                          <a:schemeClr val="tx1"/>
                        </a:solidFill>
                      </a:rPr>
                      <a:t>-</a:t>
                    </a:r>
                    <a:endParaRPr lang="en-GB" sz="1800" b="0" baseline="-2500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6707" name="Line 333"/>
                  <p:cNvSpPr>
                    <a:spLocks noChangeShapeType="1"/>
                  </p:cNvSpPr>
                  <p:nvPr/>
                </p:nvSpPr>
                <p:spPr bwMode="auto">
                  <a:xfrm rot="-5400000">
                    <a:off x="2236" y="2245"/>
                    <a:ext cx="154" cy="0"/>
                  </a:xfrm>
                  <a:prstGeom prst="line">
                    <a:avLst/>
                  </a:prstGeom>
                  <a:noFill/>
                  <a:ln w="19050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grpSp>
                <p:nvGrpSpPr>
                  <p:cNvPr id="23" name="Group 334"/>
                  <p:cNvGrpSpPr>
                    <a:grpSpLocks/>
                  </p:cNvGrpSpPr>
                  <p:nvPr/>
                </p:nvGrpSpPr>
                <p:grpSpPr bwMode="auto">
                  <a:xfrm rot="5400000">
                    <a:off x="2168" y="2415"/>
                    <a:ext cx="304" cy="119"/>
                    <a:chOff x="1793" y="897"/>
                    <a:chExt cx="304" cy="119"/>
                  </a:xfrm>
                </p:grpSpPr>
                <p:sp>
                  <p:nvSpPr>
                    <p:cNvPr id="26710" name="Arc 335"/>
                    <p:cNvSpPr>
                      <a:spLocks/>
                    </p:cNvSpPr>
                    <p:nvPr/>
                  </p:nvSpPr>
                  <p:spPr bwMode="auto">
                    <a:xfrm rot="5400000" flipH="1">
                      <a:off x="1876" y="884"/>
                      <a:ext cx="74" cy="101"/>
                    </a:xfrm>
                    <a:custGeom>
                      <a:avLst/>
                      <a:gdLst>
                        <a:gd name="T0" fmla="*/ 0 w 21600"/>
                        <a:gd name="T1" fmla="*/ 0 h 43099"/>
                        <a:gd name="T2" fmla="*/ 0 w 21600"/>
                        <a:gd name="T3" fmla="*/ 0 h 43099"/>
                        <a:gd name="T4" fmla="*/ 0 w 21600"/>
                        <a:gd name="T5" fmla="*/ 0 h 43099"/>
                        <a:gd name="T6" fmla="*/ 0 60000 65536"/>
                        <a:gd name="T7" fmla="*/ 0 60000 65536"/>
                        <a:gd name="T8" fmla="*/ 0 60000 65536"/>
                        <a:gd name="T9" fmla="*/ 0 w 21600"/>
                        <a:gd name="T10" fmla="*/ 0 h 43099"/>
                        <a:gd name="T11" fmla="*/ 21600 w 21600"/>
                        <a:gd name="T12" fmla="*/ 43099 h 43099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T9" t="T10" r="T11" b="T12"/>
                      <a:pathLst>
                        <a:path w="21600" h="43099" fill="none" extrusionOk="0">
                          <a:moveTo>
                            <a:pt x="1802" y="0"/>
                          </a:moveTo>
                          <a:cubicBezTo>
                            <a:pt x="12994" y="937"/>
                            <a:pt x="21600" y="10294"/>
                            <a:pt x="21600" y="21525"/>
                          </a:cubicBezTo>
                          <a:cubicBezTo>
                            <a:pt x="21600" y="33043"/>
                            <a:pt x="12561" y="42535"/>
                            <a:pt x="1057" y="43099"/>
                          </a:cubicBezTo>
                        </a:path>
                        <a:path w="21600" h="43099" stroke="0" extrusionOk="0">
                          <a:moveTo>
                            <a:pt x="1802" y="0"/>
                          </a:moveTo>
                          <a:cubicBezTo>
                            <a:pt x="12994" y="937"/>
                            <a:pt x="21600" y="10294"/>
                            <a:pt x="21600" y="21525"/>
                          </a:cubicBezTo>
                          <a:cubicBezTo>
                            <a:pt x="21600" y="33043"/>
                            <a:pt x="12561" y="42535"/>
                            <a:pt x="1057" y="43099"/>
                          </a:cubicBezTo>
                          <a:lnTo>
                            <a:pt x="0" y="21525"/>
                          </a:lnTo>
                          <a:close/>
                        </a:path>
                      </a:pathLst>
                    </a:custGeom>
                    <a:noFill/>
                    <a:ln w="19050">
                      <a:solidFill>
                        <a:srgbClr val="FF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s-ES"/>
                    </a:p>
                  </p:txBody>
                </p:sp>
                <p:sp>
                  <p:nvSpPr>
                    <p:cNvPr id="26711" name="Arc 336"/>
                    <p:cNvSpPr>
                      <a:spLocks/>
                    </p:cNvSpPr>
                    <p:nvPr/>
                  </p:nvSpPr>
                  <p:spPr bwMode="auto">
                    <a:xfrm rot="5400000">
                      <a:off x="1855" y="974"/>
                      <a:ext cx="49" cy="33"/>
                    </a:xfrm>
                    <a:custGeom>
                      <a:avLst/>
                      <a:gdLst>
                        <a:gd name="T0" fmla="*/ 0 w 21600"/>
                        <a:gd name="T1" fmla="*/ 0 h 43174"/>
                        <a:gd name="T2" fmla="*/ 0 w 21600"/>
                        <a:gd name="T3" fmla="*/ 0 h 43174"/>
                        <a:gd name="T4" fmla="*/ 0 w 21600"/>
                        <a:gd name="T5" fmla="*/ 0 h 43174"/>
                        <a:gd name="T6" fmla="*/ 0 60000 65536"/>
                        <a:gd name="T7" fmla="*/ 0 60000 65536"/>
                        <a:gd name="T8" fmla="*/ 0 60000 65536"/>
                        <a:gd name="T9" fmla="*/ 0 w 21600"/>
                        <a:gd name="T10" fmla="*/ 0 h 43174"/>
                        <a:gd name="T11" fmla="*/ 21600 w 21600"/>
                        <a:gd name="T12" fmla="*/ 43174 h 43174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T9" t="T10" r="T11" b="T12"/>
                      <a:pathLst>
                        <a:path w="21600" h="43174" fill="none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  <a:cubicBezTo>
                            <a:pt x="21600" y="33118"/>
                            <a:pt x="12561" y="42610"/>
                            <a:pt x="1057" y="43174"/>
                          </a:cubicBezTo>
                        </a:path>
                        <a:path w="21600" h="43174" stroke="0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  <a:cubicBezTo>
                            <a:pt x="21600" y="33118"/>
                            <a:pt x="12561" y="42610"/>
                            <a:pt x="1057" y="43174"/>
                          </a:cubicBezTo>
                          <a:lnTo>
                            <a:pt x="0" y="21600"/>
                          </a:lnTo>
                          <a:close/>
                        </a:path>
                      </a:pathLst>
                    </a:custGeom>
                    <a:noFill/>
                    <a:ln w="19050">
                      <a:solidFill>
                        <a:srgbClr val="FF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s-ES"/>
                    </a:p>
                  </p:txBody>
                </p:sp>
                <p:sp>
                  <p:nvSpPr>
                    <p:cNvPr id="26712" name="Arc 337"/>
                    <p:cNvSpPr>
                      <a:spLocks/>
                    </p:cNvSpPr>
                    <p:nvPr/>
                  </p:nvSpPr>
                  <p:spPr bwMode="auto">
                    <a:xfrm rot="5400000" flipH="1">
                      <a:off x="1801" y="889"/>
                      <a:ext cx="88" cy="103"/>
                    </a:xfrm>
                    <a:custGeom>
                      <a:avLst/>
                      <a:gdLst>
                        <a:gd name="T0" fmla="*/ 0 w 21600"/>
                        <a:gd name="T1" fmla="*/ 0 h 42611"/>
                        <a:gd name="T2" fmla="*/ 0 w 21600"/>
                        <a:gd name="T3" fmla="*/ 0 h 42611"/>
                        <a:gd name="T4" fmla="*/ 0 w 21600"/>
                        <a:gd name="T5" fmla="*/ 0 h 42611"/>
                        <a:gd name="T6" fmla="*/ 0 60000 65536"/>
                        <a:gd name="T7" fmla="*/ 0 60000 65536"/>
                        <a:gd name="T8" fmla="*/ 0 60000 65536"/>
                        <a:gd name="T9" fmla="*/ 0 w 21600"/>
                        <a:gd name="T10" fmla="*/ 0 h 42611"/>
                        <a:gd name="T11" fmla="*/ 21600 w 21600"/>
                        <a:gd name="T12" fmla="*/ 42611 h 42611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T9" t="T10" r="T11" b="T12"/>
                      <a:pathLst>
                        <a:path w="21600" h="42611" fill="none" extrusionOk="0">
                          <a:moveTo>
                            <a:pt x="3562" y="-1"/>
                          </a:moveTo>
                          <a:cubicBezTo>
                            <a:pt x="13972" y="1740"/>
                            <a:pt x="21600" y="10749"/>
                            <a:pt x="21600" y="21304"/>
                          </a:cubicBezTo>
                          <a:cubicBezTo>
                            <a:pt x="21600" y="31864"/>
                            <a:pt x="13963" y="40877"/>
                            <a:pt x="3545" y="42610"/>
                          </a:cubicBezTo>
                        </a:path>
                        <a:path w="21600" h="42611" stroke="0" extrusionOk="0">
                          <a:moveTo>
                            <a:pt x="3562" y="-1"/>
                          </a:moveTo>
                          <a:cubicBezTo>
                            <a:pt x="13972" y="1740"/>
                            <a:pt x="21600" y="10749"/>
                            <a:pt x="21600" y="21304"/>
                          </a:cubicBezTo>
                          <a:cubicBezTo>
                            <a:pt x="21600" y="31864"/>
                            <a:pt x="13963" y="40877"/>
                            <a:pt x="3545" y="42610"/>
                          </a:cubicBezTo>
                          <a:lnTo>
                            <a:pt x="0" y="21304"/>
                          </a:lnTo>
                          <a:close/>
                        </a:path>
                      </a:pathLst>
                    </a:custGeom>
                    <a:noFill/>
                    <a:ln w="19050">
                      <a:solidFill>
                        <a:srgbClr val="FF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s-ES"/>
                    </a:p>
                  </p:txBody>
                </p:sp>
                <p:sp>
                  <p:nvSpPr>
                    <p:cNvPr id="26713" name="Arc 338"/>
                    <p:cNvSpPr>
                      <a:spLocks/>
                    </p:cNvSpPr>
                    <p:nvPr/>
                  </p:nvSpPr>
                  <p:spPr bwMode="auto">
                    <a:xfrm rot="5400000">
                      <a:off x="1922" y="973"/>
                      <a:ext cx="49" cy="33"/>
                    </a:xfrm>
                    <a:custGeom>
                      <a:avLst/>
                      <a:gdLst>
                        <a:gd name="T0" fmla="*/ 0 w 21600"/>
                        <a:gd name="T1" fmla="*/ 0 h 43174"/>
                        <a:gd name="T2" fmla="*/ 0 w 21600"/>
                        <a:gd name="T3" fmla="*/ 0 h 43174"/>
                        <a:gd name="T4" fmla="*/ 0 w 21600"/>
                        <a:gd name="T5" fmla="*/ 0 h 43174"/>
                        <a:gd name="T6" fmla="*/ 0 60000 65536"/>
                        <a:gd name="T7" fmla="*/ 0 60000 65536"/>
                        <a:gd name="T8" fmla="*/ 0 60000 65536"/>
                        <a:gd name="T9" fmla="*/ 0 w 21600"/>
                        <a:gd name="T10" fmla="*/ 0 h 43174"/>
                        <a:gd name="T11" fmla="*/ 21600 w 21600"/>
                        <a:gd name="T12" fmla="*/ 43174 h 43174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T9" t="T10" r="T11" b="T12"/>
                      <a:pathLst>
                        <a:path w="21600" h="43174" fill="none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  <a:cubicBezTo>
                            <a:pt x="21600" y="33118"/>
                            <a:pt x="12561" y="42610"/>
                            <a:pt x="1057" y="43174"/>
                          </a:cubicBezTo>
                        </a:path>
                        <a:path w="21600" h="43174" stroke="0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  <a:cubicBezTo>
                            <a:pt x="21600" y="33118"/>
                            <a:pt x="12561" y="42610"/>
                            <a:pt x="1057" y="43174"/>
                          </a:cubicBezTo>
                          <a:lnTo>
                            <a:pt x="0" y="21600"/>
                          </a:lnTo>
                          <a:close/>
                        </a:path>
                      </a:pathLst>
                    </a:custGeom>
                    <a:noFill/>
                    <a:ln w="19050">
                      <a:solidFill>
                        <a:srgbClr val="FF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s-ES"/>
                    </a:p>
                  </p:txBody>
                </p:sp>
                <p:sp>
                  <p:nvSpPr>
                    <p:cNvPr id="26714" name="Arc 339"/>
                    <p:cNvSpPr>
                      <a:spLocks/>
                    </p:cNvSpPr>
                    <p:nvPr/>
                  </p:nvSpPr>
                  <p:spPr bwMode="auto">
                    <a:xfrm rot="5400000" flipH="1">
                      <a:off x="1943" y="885"/>
                      <a:ext cx="74" cy="101"/>
                    </a:xfrm>
                    <a:custGeom>
                      <a:avLst/>
                      <a:gdLst>
                        <a:gd name="T0" fmla="*/ 0 w 21600"/>
                        <a:gd name="T1" fmla="*/ 0 h 43099"/>
                        <a:gd name="T2" fmla="*/ 0 w 21600"/>
                        <a:gd name="T3" fmla="*/ 0 h 43099"/>
                        <a:gd name="T4" fmla="*/ 0 w 21600"/>
                        <a:gd name="T5" fmla="*/ 0 h 43099"/>
                        <a:gd name="T6" fmla="*/ 0 60000 65536"/>
                        <a:gd name="T7" fmla="*/ 0 60000 65536"/>
                        <a:gd name="T8" fmla="*/ 0 60000 65536"/>
                        <a:gd name="T9" fmla="*/ 0 w 21600"/>
                        <a:gd name="T10" fmla="*/ 0 h 43099"/>
                        <a:gd name="T11" fmla="*/ 21600 w 21600"/>
                        <a:gd name="T12" fmla="*/ 43099 h 43099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T9" t="T10" r="T11" b="T12"/>
                      <a:pathLst>
                        <a:path w="21600" h="43099" fill="none" extrusionOk="0">
                          <a:moveTo>
                            <a:pt x="1802" y="0"/>
                          </a:moveTo>
                          <a:cubicBezTo>
                            <a:pt x="12994" y="937"/>
                            <a:pt x="21600" y="10294"/>
                            <a:pt x="21600" y="21525"/>
                          </a:cubicBezTo>
                          <a:cubicBezTo>
                            <a:pt x="21600" y="33043"/>
                            <a:pt x="12561" y="42535"/>
                            <a:pt x="1057" y="43099"/>
                          </a:cubicBezTo>
                        </a:path>
                        <a:path w="21600" h="43099" stroke="0" extrusionOk="0">
                          <a:moveTo>
                            <a:pt x="1802" y="0"/>
                          </a:moveTo>
                          <a:cubicBezTo>
                            <a:pt x="12994" y="937"/>
                            <a:pt x="21600" y="10294"/>
                            <a:pt x="21600" y="21525"/>
                          </a:cubicBezTo>
                          <a:cubicBezTo>
                            <a:pt x="21600" y="33043"/>
                            <a:pt x="12561" y="42535"/>
                            <a:pt x="1057" y="43099"/>
                          </a:cubicBezTo>
                          <a:lnTo>
                            <a:pt x="0" y="21525"/>
                          </a:lnTo>
                          <a:close/>
                        </a:path>
                      </a:pathLst>
                    </a:custGeom>
                    <a:noFill/>
                    <a:ln w="19050">
                      <a:solidFill>
                        <a:srgbClr val="FF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s-ES"/>
                    </a:p>
                  </p:txBody>
                </p:sp>
                <p:sp>
                  <p:nvSpPr>
                    <p:cNvPr id="26715" name="Arc 340"/>
                    <p:cNvSpPr>
                      <a:spLocks/>
                    </p:cNvSpPr>
                    <p:nvPr/>
                  </p:nvSpPr>
                  <p:spPr bwMode="auto">
                    <a:xfrm rot="5400000">
                      <a:off x="1989" y="975"/>
                      <a:ext cx="49" cy="33"/>
                    </a:xfrm>
                    <a:custGeom>
                      <a:avLst/>
                      <a:gdLst>
                        <a:gd name="T0" fmla="*/ 0 w 21600"/>
                        <a:gd name="T1" fmla="*/ 0 h 43174"/>
                        <a:gd name="T2" fmla="*/ 0 w 21600"/>
                        <a:gd name="T3" fmla="*/ 0 h 43174"/>
                        <a:gd name="T4" fmla="*/ 0 w 21600"/>
                        <a:gd name="T5" fmla="*/ 0 h 43174"/>
                        <a:gd name="T6" fmla="*/ 0 60000 65536"/>
                        <a:gd name="T7" fmla="*/ 0 60000 65536"/>
                        <a:gd name="T8" fmla="*/ 0 60000 65536"/>
                        <a:gd name="T9" fmla="*/ 0 w 21600"/>
                        <a:gd name="T10" fmla="*/ 0 h 43174"/>
                        <a:gd name="T11" fmla="*/ 21600 w 21600"/>
                        <a:gd name="T12" fmla="*/ 43174 h 43174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T9" t="T10" r="T11" b="T12"/>
                      <a:pathLst>
                        <a:path w="21600" h="43174" fill="none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  <a:cubicBezTo>
                            <a:pt x="21600" y="33118"/>
                            <a:pt x="12561" y="42610"/>
                            <a:pt x="1057" y="43174"/>
                          </a:cubicBezTo>
                        </a:path>
                        <a:path w="21600" h="43174" stroke="0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  <a:cubicBezTo>
                            <a:pt x="21600" y="33118"/>
                            <a:pt x="12561" y="42610"/>
                            <a:pt x="1057" y="43174"/>
                          </a:cubicBezTo>
                          <a:lnTo>
                            <a:pt x="0" y="21600"/>
                          </a:lnTo>
                          <a:close/>
                        </a:path>
                      </a:pathLst>
                    </a:custGeom>
                    <a:noFill/>
                    <a:ln w="19050">
                      <a:solidFill>
                        <a:srgbClr val="FF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s-ES"/>
                    </a:p>
                  </p:txBody>
                </p:sp>
                <p:sp>
                  <p:nvSpPr>
                    <p:cNvPr id="26716" name="Arc 341"/>
                    <p:cNvSpPr>
                      <a:spLocks/>
                    </p:cNvSpPr>
                    <p:nvPr/>
                  </p:nvSpPr>
                  <p:spPr bwMode="auto">
                    <a:xfrm rot="5400000" flipH="1">
                      <a:off x="2010" y="885"/>
                      <a:ext cx="74" cy="101"/>
                    </a:xfrm>
                    <a:custGeom>
                      <a:avLst/>
                      <a:gdLst>
                        <a:gd name="T0" fmla="*/ 0 w 21600"/>
                        <a:gd name="T1" fmla="*/ 0 h 43099"/>
                        <a:gd name="T2" fmla="*/ 0 w 21600"/>
                        <a:gd name="T3" fmla="*/ 0 h 43099"/>
                        <a:gd name="T4" fmla="*/ 0 w 21600"/>
                        <a:gd name="T5" fmla="*/ 0 h 43099"/>
                        <a:gd name="T6" fmla="*/ 0 60000 65536"/>
                        <a:gd name="T7" fmla="*/ 0 60000 65536"/>
                        <a:gd name="T8" fmla="*/ 0 60000 65536"/>
                        <a:gd name="T9" fmla="*/ 0 w 21600"/>
                        <a:gd name="T10" fmla="*/ 0 h 43099"/>
                        <a:gd name="T11" fmla="*/ 21600 w 21600"/>
                        <a:gd name="T12" fmla="*/ 43099 h 43099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T9" t="T10" r="T11" b="T12"/>
                      <a:pathLst>
                        <a:path w="21600" h="43099" fill="none" extrusionOk="0">
                          <a:moveTo>
                            <a:pt x="1802" y="0"/>
                          </a:moveTo>
                          <a:cubicBezTo>
                            <a:pt x="12994" y="937"/>
                            <a:pt x="21600" y="10294"/>
                            <a:pt x="21600" y="21525"/>
                          </a:cubicBezTo>
                          <a:cubicBezTo>
                            <a:pt x="21600" y="33043"/>
                            <a:pt x="12561" y="42535"/>
                            <a:pt x="1057" y="43099"/>
                          </a:cubicBezTo>
                        </a:path>
                        <a:path w="21600" h="43099" stroke="0" extrusionOk="0">
                          <a:moveTo>
                            <a:pt x="1802" y="0"/>
                          </a:moveTo>
                          <a:cubicBezTo>
                            <a:pt x="12994" y="937"/>
                            <a:pt x="21600" y="10294"/>
                            <a:pt x="21600" y="21525"/>
                          </a:cubicBezTo>
                          <a:cubicBezTo>
                            <a:pt x="21600" y="33043"/>
                            <a:pt x="12561" y="42535"/>
                            <a:pt x="1057" y="43099"/>
                          </a:cubicBezTo>
                          <a:lnTo>
                            <a:pt x="0" y="21525"/>
                          </a:lnTo>
                          <a:close/>
                        </a:path>
                      </a:pathLst>
                    </a:custGeom>
                    <a:noFill/>
                    <a:ln w="19050">
                      <a:solidFill>
                        <a:srgbClr val="FF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s-ES"/>
                    </a:p>
                  </p:txBody>
                </p:sp>
              </p:grpSp>
              <p:sp>
                <p:nvSpPr>
                  <p:cNvPr id="26709" name="Line 342"/>
                  <p:cNvSpPr>
                    <a:spLocks noChangeShapeType="1"/>
                  </p:cNvSpPr>
                  <p:nvPr/>
                </p:nvSpPr>
                <p:spPr bwMode="auto">
                  <a:xfrm rot="-5400000">
                    <a:off x="2231" y="2703"/>
                    <a:ext cx="158" cy="0"/>
                  </a:xfrm>
                  <a:prstGeom prst="line">
                    <a:avLst/>
                  </a:prstGeom>
                  <a:noFill/>
                  <a:ln w="19050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sp>
              <p:nvSpPr>
                <p:cNvPr id="26693" name="Freeform 368"/>
                <p:cNvSpPr>
                  <a:spLocks/>
                </p:cNvSpPr>
                <p:nvPr/>
              </p:nvSpPr>
              <p:spPr bwMode="auto">
                <a:xfrm rot="-5400000">
                  <a:off x="1676" y="1918"/>
                  <a:ext cx="201" cy="312"/>
                </a:xfrm>
                <a:custGeom>
                  <a:avLst/>
                  <a:gdLst>
                    <a:gd name="T0" fmla="*/ 0 w 153"/>
                    <a:gd name="T1" fmla="*/ 0 h 234"/>
                    <a:gd name="T2" fmla="*/ 1034 w 153"/>
                    <a:gd name="T3" fmla="*/ 0 h 234"/>
                    <a:gd name="T4" fmla="*/ 1034 w 153"/>
                    <a:gd name="T5" fmla="*/ 1755 h 234"/>
                    <a:gd name="T6" fmla="*/ 0 60000 65536"/>
                    <a:gd name="T7" fmla="*/ 0 60000 65536"/>
                    <a:gd name="T8" fmla="*/ 0 60000 65536"/>
                    <a:gd name="T9" fmla="*/ 0 w 153"/>
                    <a:gd name="T10" fmla="*/ 0 h 234"/>
                    <a:gd name="T11" fmla="*/ 153 w 153"/>
                    <a:gd name="T12" fmla="*/ 234 h 234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53" h="234">
                      <a:moveTo>
                        <a:pt x="0" y="0"/>
                      </a:moveTo>
                      <a:lnTo>
                        <a:pt x="153" y="0"/>
                      </a:lnTo>
                      <a:lnTo>
                        <a:pt x="153" y="234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6694" name="Text Box 369"/>
                <p:cNvSpPr txBox="1">
                  <a:spLocks noChangeArrowheads="1"/>
                </p:cNvSpPr>
                <p:nvPr/>
              </p:nvSpPr>
              <p:spPr bwMode="auto">
                <a:xfrm>
                  <a:off x="1635" y="1721"/>
                  <a:ext cx="348" cy="23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algn="l"/>
                  <a:r>
                    <a:rPr lang="en-GB" sz="1800">
                      <a:solidFill>
                        <a:schemeClr val="tx1"/>
                      </a:solidFill>
                    </a:rPr>
                    <a:t>i</a:t>
                  </a:r>
                  <a:r>
                    <a:rPr lang="en-GB" sz="1800" baseline="-25000">
                      <a:solidFill>
                        <a:schemeClr val="tx1"/>
                      </a:solidFill>
                    </a:rPr>
                    <a:t>g</a:t>
                  </a:r>
                </a:p>
              </p:txBody>
            </p:sp>
          </p:grpSp>
        </p:grpSp>
      </p:grpSp>
      <p:grpSp>
        <p:nvGrpSpPr>
          <p:cNvPr id="24" name="Group 380"/>
          <p:cNvGrpSpPr>
            <a:grpSpLocks/>
          </p:cNvGrpSpPr>
          <p:nvPr/>
        </p:nvGrpSpPr>
        <p:grpSpPr bwMode="auto">
          <a:xfrm>
            <a:off x="198438" y="4559300"/>
            <a:ext cx="4878387" cy="1847850"/>
            <a:chOff x="125" y="2872"/>
            <a:chExt cx="3073" cy="1164"/>
          </a:xfrm>
        </p:grpSpPr>
        <p:grpSp>
          <p:nvGrpSpPr>
            <p:cNvPr id="25" name="Group 154"/>
            <p:cNvGrpSpPr>
              <a:grpSpLocks/>
            </p:cNvGrpSpPr>
            <p:nvPr/>
          </p:nvGrpSpPr>
          <p:grpSpPr bwMode="auto">
            <a:xfrm>
              <a:off x="125" y="3038"/>
              <a:ext cx="1242" cy="828"/>
              <a:chOff x="0" y="2935"/>
              <a:chExt cx="1242" cy="828"/>
            </a:xfrm>
          </p:grpSpPr>
          <p:sp>
            <p:nvSpPr>
              <p:cNvPr id="26686" name="AutoShape 155"/>
              <p:cNvSpPr>
                <a:spLocks noChangeArrowheads="1"/>
              </p:cNvSpPr>
              <p:nvPr/>
            </p:nvSpPr>
            <p:spPr bwMode="auto">
              <a:xfrm flipH="1">
                <a:off x="105" y="2935"/>
                <a:ext cx="1108" cy="828"/>
              </a:xfrm>
              <a:prstGeom prst="leftArrow">
                <a:avLst>
                  <a:gd name="adj1" fmla="val 50000"/>
                  <a:gd name="adj2" fmla="val 33454"/>
                </a:avLst>
              </a:prstGeom>
              <a:solidFill>
                <a:srgbClr val="FFC000"/>
              </a:solidFill>
              <a:ln w="9525" algn="ctr">
                <a:solidFill>
                  <a:srgbClr val="7373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26687" name="Rectangle 156"/>
              <p:cNvSpPr>
                <a:spLocks noChangeArrowheads="1"/>
              </p:cNvSpPr>
              <p:nvPr/>
            </p:nvSpPr>
            <p:spPr bwMode="auto">
              <a:xfrm>
                <a:off x="0" y="3128"/>
                <a:ext cx="1242" cy="442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/>
                <a:r>
                  <a:rPr lang="en-GB">
                    <a:solidFill>
                      <a:srgbClr val="737300"/>
                    </a:solidFill>
                  </a:rPr>
                  <a:t>S off, D on,</a:t>
                </a:r>
              </a:p>
              <a:p>
                <a:pPr algn="ctr"/>
                <a:r>
                  <a:rPr lang="en-GB">
                    <a:solidFill>
                      <a:srgbClr val="737300"/>
                    </a:solidFill>
                  </a:rPr>
                  <a:t>during (1-d)T</a:t>
                </a:r>
                <a:endParaRPr lang="en-US">
                  <a:solidFill>
                    <a:srgbClr val="737300"/>
                  </a:solidFill>
                </a:endParaRPr>
              </a:p>
            </p:txBody>
          </p:sp>
        </p:grpSp>
        <p:grpSp>
          <p:nvGrpSpPr>
            <p:cNvPr id="26" name="Group 379"/>
            <p:cNvGrpSpPr>
              <a:grpSpLocks/>
            </p:cNvGrpSpPr>
            <p:nvPr/>
          </p:nvGrpSpPr>
          <p:grpSpPr bwMode="auto">
            <a:xfrm>
              <a:off x="1744" y="2872"/>
              <a:ext cx="1454" cy="1164"/>
              <a:chOff x="1744" y="2872"/>
              <a:chExt cx="1454" cy="1164"/>
            </a:xfrm>
          </p:grpSpPr>
          <p:sp>
            <p:nvSpPr>
              <p:cNvPr id="26641" name="Text Box 291"/>
              <p:cNvSpPr txBox="1">
                <a:spLocks noChangeArrowheads="1"/>
              </p:cNvSpPr>
              <p:nvPr/>
            </p:nvSpPr>
            <p:spPr bwMode="auto">
              <a:xfrm>
                <a:off x="2682" y="2872"/>
                <a:ext cx="244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/>
                <a:r>
                  <a:rPr lang="en-GB" sz="1800">
                    <a:solidFill>
                      <a:schemeClr val="tx1"/>
                    </a:solidFill>
                  </a:rPr>
                  <a:t>i</a:t>
                </a:r>
                <a:r>
                  <a:rPr lang="en-GB" sz="1800" baseline="-25000">
                    <a:solidFill>
                      <a:schemeClr val="tx1"/>
                    </a:solidFill>
                  </a:rPr>
                  <a:t>O</a:t>
                </a:r>
              </a:p>
            </p:txBody>
          </p:sp>
          <p:sp>
            <p:nvSpPr>
              <p:cNvPr id="26642" name="Line 293"/>
              <p:cNvSpPr>
                <a:spLocks noChangeShapeType="1"/>
              </p:cNvSpPr>
              <p:nvPr/>
            </p:nvSpPr>
            <p:spPr bwMode="auto">
              <a:xfrm rot="10800000">
                <a:off x="1996" y="3785"/>
                <a:ext cx="883" cy="0"/>
              </a:xfrm>
              <a:prstGeom prst="line">
                <a:avLst/>
              </a:prstGeom>
              <a:noFill/>
              <a:ln w="19050">
                <a:solidFill>
                  <a:srgbClr val="3164AB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643" name="Text Box 295"/>
              <p:cNvSpPr txBox="1">
                <a:spLocks noChangeArrowheads="1"/>
              </p:cNvSpPr>
              <p:nvPr/>
            </p:nvSpPr>
            <p:spPr bwMode="auto">
              <a:xfrm>
                <a:off x="2602" y="3404"/>
                <a:ext cx="273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l"/>
                <a:r>
                  <a:rPr lang="en-GB" sz="1800" b="0">
                    <a:solidFill>
                      <a:schemeClr val="tx1"/>
                    </a:solidFill>
                  </a:rPr>
                  <a:t>R</a:t>
                </a:r>
                <a:r>
                  <a:rPr lang="en-GB" sz="1800" b="0" baseline="-25000">
                    <a:solidFill>
                      <a:schemeClr val="tx1"/>
                    </a:solidFill>
                  </a:rPr>
                  <a:t>L</a:t>
                </a:r>
              </a:p>
            </p:txBody>
          </p:sp>
          <p:sp>
            <p:nvSpPr>
              <p:cNvPr id="26644" name="Text Box 296"/>
              <p:cNvSpPr txBox="1">
                <a:spLocks noChangeArrowheads="1"/>
              </p:cNvSpPr>
              <p:nvPr/>
            </p:nvSpPr>
            <p:spPr bwMode="auto">
              <a:xfrm>
                <a:off x="2882" y="3330"/>
                <a:ext cx="316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/>
                <a:r>
                  <a:rPr lang="en-GB" sz="1800">
                    <a:solidFill>
                      <a:schemeClr val="tx1"/>
                    </a:solidFill>
                  </a:rPr>
                  <a:t>v</a:t>
                </a:r>
                <a:r>
                  <a:rPr lang="en-GB" sz="1800" baseline="-25000">
                    <a:solidFill>
                      <a:schemeClr val="tx1"/>
                    </a:solidFill>
                  </a:rPr>
                  <a:t>O</a:t>
                </a:r>
              </a:p>
            </p:txBody>
          </p:sp>
          <p:grpSp>
            <p:nvGrpSpPr>
              <p:cNvPr id="27" name="Group 297"/>
              <p:cNvGrpSpPr>
                <a:grpSpLocks/>
              </p:cNvGrpSpPr>
              <p:nvPr/>
            </p:nvGrpSpPr>
            <p:grpSpPr bwMode="auto">
              <a:xfrm>
                <a:off x="2830" y="3376"/>
                <a:ext cx="97" cy="170"/>
                <a:chOff x="5177" y="2146"/>
                <a:chExt cx="97" cy="170"/>
              </a:xfrm>
            </p:grpSpPr>
            <p:sp>
              <p:nvSpPr>
                <p:cNvPr id="26678" name="Line 298"/>
                <p:cNvSpPr>
                  <a:spLocks noChangeShapeType="1"/>
                </p:cNvSpPr>
                <p:nvPr/>
              </p:nvSpPr>
              <p:spPr bwMode="auto">
                <a:xfrm rot="16200000" flipH="1">
                  <a:off x="5238" y="2134"/>
                  <a:ext cx="24" cy="48"/>
                </a:xfrm>
                <a:prstGeom prst="line">
                  <a:avLst/>
                </a:prstGeom>
                <a:noFill/>
                <a:ln w="19050">
                  <a:solidFill>
                    <a:srgbClr val="3164AB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679" name="Line 299"/>
                <p:cNvSpPr>
                  <a:spLocks noChangeShapeType="1"/>
                </p:cNvSpPr>
                <p:nvPr/>
              </p:nvSpPr>
              <p:spPr bwMode="auto">
                <a:xfrm rot="-5400000">
                  <a:off x="5218" y="2132"/>
                  <a:ext cx="16" cy="91"/>
                </a:xfrm>
                <a:prstGeom prst="line">
                  <a:avLst/>
                </a:prstGeom>
                <a:noFill/>
                <a:ln w="19050">
                  <a:solidFill>
                    <a:srgbClr val="3164AB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680" name="Line 300"/>
                <p:cNvSpPr>
                  <a:spLocks noChangeShapeType="1"/>
                </p:cNvSpPr>
                <p:nvPr/>
              </p:nvSpPr>
              <p:spPr bwMode="auto">
                <a:xfrm rot="16200000" flipH="1">
                  <a:off x="5205" y="2160"/>
                  <a:ext cx="35" cy="91"/>
                </a:xfrm>
                <a:prstGeom prst="line">
                  <a:avLst/>
                </a:prstGeom>
                <a:noFill/>
                <a:ln w="19050">
                  <a:solidFill>
                    <a:srgbClr val="3164AB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grpSp>
              <p:nvGrpSpPr>
                <p:cNvPr id="28" name="Group 301"/>
                <p:cNvGrpSpPr>
                  <a:grpSpLocks/>
                </p:cNvGrpSpPr>
                <p:nvPr/>
              </p:nvGrpSpPr>
              <p:grpSpPr bwMode="auto">
                <a:xfrm rot="-5400000">
                  <a:off x="5201" y="2220"/>
                  <a:ext cx="50" cy="93"/>
                  <a:chOff x="2250" y="1869"/>
                  <a:chExt cx="87" cy="178"/>
                </a:xfrm>
              </p:grpSpPr>
              <p:sp>
                <p:nvSpPr>
                  <p:cNvPr id="26684" name="Line 302"/>
                  <p:cNvSpPr>
                    <a:spLocks noChangeShapeType="1"/>
                  </p:cNvSpPr>
                  <p:nvPr/>
                </p:nvSpPr>
                <p:spPr bwMode="auto">
                  <a:xfrm>
                    <a:off x="2250" y="1873"/>
                    <a:ext cx="27" cy="174"/>
                  </a:xfrm>
                  <a:prstGeom prst="line">
                    <a:avLst/>
                  </a:prstGeom>
                  <a:noFill/>
                  <a:ln w="19050">
                    <a:solidFill>
                      <a:srgbClr val="3164AB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26685" name="Line 303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2276" y="1869"/>
                    <a:ext cx="61" cy="175"/>
                  </a:xfrm>
                  <a:prstGeom prst="line">
                    <a:avLst/>
                  </a:prstGeom>
                  <a:noFill/>
                  <a:ln w="19050">
                    <a:solidFill>
                      <a:srgbClr val="3164AB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sp>
              <p:nvSpPr>
                <p:cNvPr id="26682" name="Line 304"/>
                <p:cNvSpPr>
                  <a:spLocks noChangeShapeType="1"/>
                </p:cNvSpPr>
                <p:nvPr/>
              </p:nvSpPr>
              <p:spPr bwMode="auto">
                <a:xfrm rot="-5400000">
                  <a:off x="5215" y="2185"/>
                  <a:ext cx="16" cy="91"/>
                </a:xfrm>
                <a:prstGeom prst="line">
                  <a:avLst/>
                </a:prstGeom>
                <a:noFill/>
                <a:ln w="19050">
                  <a:solidFill>
                    <a:srgbClr val="3164AB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683" name="Line 305"/>
                <p:cNvSpPr>
                  <a:spLocks noChangeShapeType="1"/>
                </p:cNvSpPr>
                <p:nvPr/>
              </p:nvSpPr>
              <p:spPr bwMode="auto">
                <a:xfrm rot="16200000" flipH="1">
                  <a:off x="5191" y="2282"/>
                  <a:ext cx="23" cy="45"/>
                </a:xfrm>
                <a:prstGeom prst="line">
                  <a:avLst/>
                </a:prstGeom>
                <a:noFill/>
                <a:ln w="19050">
                  <a:solidFill>
                    <a:srgbClr val="3164AB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26646" name="Line 306"/>
              <p:cNvSpPr>
                <a:spLocks noChangeShapeType="1"/>
              </p:cNvSpPr>
              <p:nvPr/>
            </p:nvSpPr>
            <p:spPr bwMode="auto">
              <a:xfrm>
                <a:off x="2877" y="3177"/>
                <a:ext cx="0" cy="196"/>
              </a:xfrm>
              <a:prstGeom prst="line">
                <a:avLst/>
              </a:prstGeom>
              <a:noFill/>
              <a:ln w="19050">
                <a:solidFill>
                  <a:srgbClr val="3164AB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647" name="Line 307"/>
              <p:cNvSpPr>
                <a:spLocks noChangeShapeType="1"/>
              </p:cNvSpPr>
              <p:nvPr/>
            </p:nvSpPr>
            <p:spPr bwMode="auto">
              <a:xfrm>
                <a:off x="2878" y="3547"/>
                <a:ext cx="0" cy="240"/>
              </a:xfrm>
              <a:prstGeom prst="line">
                <a:avLst/>
              </a:prstGeom>
              <a:noFill/>
              <a:ln w="19050">
                <a:solidFill>
                  <a:srgbClr val="3164AB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648" name="Freeform 308"/>
              <p:cNvSpPr>
                <a:spLocks/>
              </p:cNvSpPr>
              <p:nvPr/>
            </p:nvSpPr>
            <p:spPr bwMode="auto">
              <a:xfrm>
                <a:off x="2595" y="3118"/>
                <a:ext cx="337" cy="130"/>
              </a:xfrm>
              <a:custGeom>
                <a:avLst/>
                <a:gdLst>
                  <a:gd name="T0" fmla="*/ 0 w 153"/>
                  <a:gd name="T1" fmla="*/ 0 h 234"/>
                  <a:gd name="T2" fmla="*/ 38458 w 153"/>
                  <a:gd name="T3" fmla="*/ 0 h 234"/>
                  <a:gd name="T4" fmla="*/ 38458 w 153"/>
                  <a:gd name="T5" fmla="*/ 4 h 234"/>
                  <a:gd name="T6" fmla="*/ 0 60000 65536"/>
                  <a:gd name="T7" fmla="*/ 0 60000 65536"/>
                  <a:gd name="T8" fmla="*/ 0 60000 65536"/>
                  <a:gd name="T9" fmla="*/ 0 w 153"/>
                  <a:gd name="T10" fmla="*/ 0 h 234"/>
                  <a:gd name="T11" fmla="*/ 153 w 153"/>
                  <a:gd name="T12" fmla="*/ 234 h 23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53" h="234">
                    <a:moveTo>
                      <a:pt x="0" y="0"/>
                    </a:moveTo>
                    <a:lnTo>
                      <a:pt x="153" y="0"/>
                    </a:lnTo>
                    <a:lnTo>
                      <a:pt x="153" y="234"/>
                    </a:lnTo>
                  </a:path>
                </a:pathLst>
              </a:custGeom>
              <a:noFill/>
              <a:ln w="19050">
                <a:solidFill>
                  <a:schemeClr val="tx1"/>
                </a:solidFill>
                <a:round/>
                <a:headEnd type="triangle" w="med" len="med"/>
                <a:tailEnd/>
              </a:ln>
            </p:spPr>
            <p:txBody>
              <a:bodyPr/>
              <a:lstStyle/>
              <a:p>
                <a:endParaRPr lang="es-ES"/>
              </a:p>
            </p:txBody>
          </p:sp>
          <p:grpSp>
            <p:nvGrpSpPr>
              <p:cNvPr id="29" name="Group 362"/>
              <p:cNvGrpSpPr>
                <a:grpSpLocks/>
              </p:cNvGrpSpPr>
              <p:nvPr/>
            </p:nvGrpSpPr>
            <p:grpSpPr bwMode="auto">
              <a:xfrm>
                <a:off x="2320" y="3175"/>
                <a:ext cx="159" cy="606"/>
                <a:chOff x="2128" y="3304"/>
                <a:chExt cx="159" cy="606"/>
              </a:xfrm>
            </p:grpSpPr>
            <p:sp>
              <p:nvSpPr>
                <p:cNvPr id="26673" name="Line 309"/>
                <p:cNvSpPr>
                  <a:spLocks noChangeShapeType="1"/>
                </p:cNvSpPr>
                <p:nvPr/>
              </p:nvSpPr>
              <p:spPr bwMode="auto">
                <a:xfrm rot="10800000" flipH="1">
                  <a:off x="2208" y="3304"/>
                  <a:ext cx="0" cy="257"/>
                </a:xfrm>
                <a:prstGeom prst="line">
                  <a:avLst/>
                </a:prstGeom>
                <a:noFill/>
                <a:ln w="19050">
                  <a:solidFill>
                    <a:srgbClr val="3164AB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674" name="Line 310"/>
                <p:cNvSpPr>
                  <a:spLocks noChangeShapeType="1"/>
                </p:cNvSpPr>
                <p:nvPr/>
              </p:nvSpPr>
              <p:spPr bwMode="auto">
                <a:xfrm>
                  <a:off x="2208" y="3608"/>
                  <a:ext cx="0" cy="302"/>
                </a:xfrm>
                <a:prstGeom prst="line">
                  <a:avLst/>
                </a:prstGeom>
                <a:noFill/>
                <a:ln w="19050">
                  <a:solidFill>
                    <a:srgbClr val="3164AB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grpSp>
              <p:nvGrpSpPr>
                <p:cNvPr id="30" name="Group 311"/>
                <p:cNvGrpSpPr>
                  <a:grpSpLocks/>
                </p:cNvGrpSpPr>
                <p:nvPr/>
              </p:nvGrpSpPr>
              <p:grpSpPr bwMode="auto">
                <a:xfrm>
                  <a:off x="2128" y="3562"/>
                  <a:ext cx="159" cy="47"/>
                  <a:chOff x="1530" y="2848"/>
                  <a:chExt cx="125" cy="47"/>
                </a:xfrm>
              </p:grpSpPr>
              <p:sp>
                <p:nvSpPr>
                  <p:cNvPr id="26676" name="Line 312"/>
                  <p:cNvSpPr>
                    <a:spLocks noChangeShapeType="1"/>
                  </p:cNvSpPr>
                  <p:nvPr/>
                </p:nvSpPr>
                <p:spPr bwMode="auto">
                  <a:xfrm>
                    <a:off x="1530" y="2848"/>
                    <a:ext cx="125" cy="0"/>
                  </a:xfrm>
                  <a:prstGeom prst="line">
                    <a:avLst/>
                  </a:prstGeom>
                  <a:noFill/>
                  <a:ln w="38100">
                    <a:solidFill>
                      <a:srgbClr val="3164AB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26677" name="Line 313"/>
                  <p:cNvSpPr>
                    <a:spLocks noChangeShapeType="1"/>
                  </p:cNvSpPr>
                  <p:nvPr/>
                </p:nvSpPr>
                <p:spPr bwMode="auto">
                  <a:xfrm>
                    <a:off x="1530" y="2895"/>
                    <a:ext cx="125" cy="0"/>
                  </a:xfrm>
                  <a:prstGeom prst="line">
                    <a:avLst/>
                  </a:prstGeom>
                  <a:noFill/>
                  <a:ln w="38100">
                    <a:solidFill>
                      <a:srgbClr val="3164AB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</p:grpSp>
          <p:sp>
            <p:nvSpPr>
              <p:cNvPr id="26650" name="Line 322"/>
              <p:cNvSpPr>
                <a:spLocks noChangeShapeType="1"/>
              </p:cNvSpPr>
              <p:nvPr/>
            </p:nvSpPr>
            <p:spPr bwMode="auto">
              <a:xfrm rot="10800000">
                <a:off x="2004" y="3176"/>
                <a:ext cx="875" cy="0"/>
              </a:xfrm>
              <a:prstGeom prst="line">
                <a:avLst/>
              </a:prstGeom>
              <a:noFill/>
              <a:ln w="19050">
                <a:solidFill>
                  <a:srgbClr val="3164AB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651" name="Text Box 323"/>
              <p:cNvSpPr txBox="1">
                <a:spLocks noChangeArrowheads="1"/>
              </p:cNvSpPr>
              <p:nvPr/>
            </p:nvSpPr>
            <p:spPr bwMode="auto">
              <a:xfrm>
                <a:off x="2214" y="3231"/>
                <a:ext cx="220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lang="en-GB" sz="1800" b="0">
                    <a:solidFill>
                      <a:schemeClr val="tx1"/>
                    </a:solidFill>
                  </a:rPr>
                  <a:t>C</a:t>
                </a:r>
                <a:endParaRPr lang="en-GB" sz="1800" b="0" baseline="-25000">
                  <a:solidFill>
                    <a:schemeClr val="tx1"/>
                  </a:solidFill>
                </a:endParaRPr>
              </a:p>
            </p:txBody>
          </p:sp>
          <p:sp>
            <p:nvSpPr>
              <p:cNvPr id="26652" name="Text Box 325"/>
              <p:cNvSpPr txBox="1">
                <a:spLocks noChangeArrowheads="1"/>
              </p:cNvSpPr>
              <p:nvPr/>
            </p:nvSpPr>
            <p:spPr bwMode="auto">
              <a:xfrm>
                <a:off x="2854" y="3218"/>
                <a:ext cx="236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/>
                <a:r>
                  <a:rPr lang="en-GB" sz="1800" b="0">
                    <a:solidFill>
                      <a:schemeClr val="tx1"/>
                    </a:solidFill>
                  </a:rPr>
                  <a:t>-</a:t>
                </a:r>
                <a:endParaRPr lang="en-GB" sz="1800" b="0" baseline="-25000">
                  <a:solidFill>
                    <a:schemeClr val="tx1"/>
                  </a:solidFill>
                </a:endParaRPr>
              </a:p>
            </p:txBody>
          </p:sp>
          <p:sp>
            <p:nvSpPr>
              <p:cNvPr id="26653" name="Text Box 326"/>
              <p:cNvSpPr txBox="1">
                <a:spLocks noChangeArrowheads="1"/>
              </p:cNvSpPr>
              <p:nvPr/>
            </p:nvSpPr>
            <p:spPr bwMode="auto">
              <a:xfrm>
                <a:off x="2854" y="3484"/>
                <a:ext cx="236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/>
                <a:r>
                  <a:rPr lang="en-GB" sz="1800" b="0">
                    <a:solidFill>
                      <a:schemeClr val="tx1"/>
                    </a:solidFill>
                  </a:rPr>
                  <a:t>+</a:t>
                </a:r>
                <a:endParaRPr lang="en-GB" sz="1800" b="0" baseline="-25000">
                  <a:solidFill>
                    <a:schemeClr val="tx1"/>
                  </a:solidFill>
                </a:endParaRPr>
              </a:p>
            </p:txBody>
          </p:sp>
          <p:sp>
            <p:nvSpPr>
              <p:cNvPr id="26654" name="Text Box 344"/>
              <p:cNvSpPr txBox="1">
                <a:spLocks noChangeArrowheads="1"/>
              </p:cNvSpPr>
              <p:nvPr/>
            </p:nvSpPr>
            <p:spPr bwMode="auto">
              <a:xfrm>
                <a:off x="1777" y="3146"/>
                <a:ext cx="242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l"/>
                <a:r>
                  <a:rPr lang="en-GB" sz="1800">
                    <a:solidFill>
                      <a:schemeClr val="tx1"/>
                    </a:solidFill>
                  </a:rPr>
                  <a:t>i</a:t>
                </a:r>
                <a:r>
                  <a:rPr lang="en-GB" sz="1800" baseline="-25000">
                    <a:solidFill>
                      <a:schemeClr val="tx1"/>
                    </a:solidFill>
                  </a:rPr>
                  <a:t>L</a:t>
                </a:r>
              </a:p>
            </p:txBody>
          </p:sp>
          <p:sp>
            <p:nvSpPr>
              <p:cNvPr id="26655" name="Text Box 347"/>
              <p:cNvSpPr txBox="1">
                <a:spLocks noChangeArrowheads="1"/>
              </p:cNvSpPr>
              <p:nvPr/>
            </p:nvSpPr>
            <p:spPr bwMode="auto">
              <a:xfrm>
                <a:off x="1802" y="3500"/>
                <a:ext cx="196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lang="en-GB" sz="1800" b="0">
                    <a:solidFill>
                      <a:schemeClr val="tx1"/>
                    </a:solidFill>
                  </a:rPr>
                  <a:t>L</a:t>
                </a:r>
                <a:endParaRPr lang="en-GB" sz="1800" b="0" baseline="-25000">
                  <a:solidFill>
                    <a:schemeClr val="tx1"/>
                  </a:solidFill>
                </a:endParaRPr>
              </a:p>
            </p:txBody>
          </p:sp>
          <p:sp>
            <p:nvSpPr>
              <p:cNvPr id="26656" name="Text Box 349"/>
              <p:cNvSpPr txBox="1">
                <a:spLocks noChangeArrowheads="1"/>
              </p:cNvSpPr>
              <p:nvPr/>
            </p:nvSpPr>
            <p:spPr bwMode="auto">
              <a:xfrm>
                <a:off x="2024" y="3332"/>
                <a:ext cx="316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/>
                <a:r>
                  <a:rPr lang="en-GB" sz="1800">
                    <a:solidFill>
                      <a:schemeClr val="tx1"/>
                    </a:solidFill>
                  </a:rPr>
                  <a:t>v</a:t>
                </a:r>
                <a:r>
                  <a:rPr lang="en-GB" sz="1800" baseline="-25000">
                    <a:solidFill>
                      <a:schemeClr val="tx1"/>
                    </a:solidFill>
                  </a:rPr>
                  <a:t>L</a:t>
                </a:r>
              </a:p>
            </p:txBody>
          </p:sp>
          <p:sp>
            <p:nvSpPr>
              <p:cNvPr id="26657" name="Text Box 350"/>
              <p:cNvSpPr txBox="1">
                <a:spLocks noChangeArrowheads="1"/>
              </p:cNvSpPr>
              <p:nvPr/>
            </p:nvSpPr>
            <p:spPr bwMode="auto">
              <a:xfrm>
                <a:off x="1977" y="3122"/>
                <a:ext cx="236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/>
                <a:r>
                  <a:rPr lang="en-GB" sz="1800" b="0">
                    <a:solidFill>
                      <a:schemeClr val="tx1"/>
                    </a:solidFill>
                  </a:rPr>
                  <a:t>+</a:t>
                </a:r>
                <a:endParaRPr lang="en-GB" sz="1800" b="0" baseline="-25000">
                  <a:solidFill>
                    <a:schemeClr val="tx1"/>
                  </a:solidFill>
                </a:endParaRPr>
              </a:p>
            </p:txBody>
          </p:sp>
          <p:sp>
            <p:nvSpPr>
              <p:cNvPr id="26658" name="Text Box 351"/>
              <p:cNvSpPr txBox="1">
                <a:spLocks noChangeArrowheads="1"/>
              </p:cNvSpPr>
              <p:nvPr/>
            </p:nvSpPr>
            <p:spPr bwMode="auto">
              <a:xfrm>
                <a:off x="1973" y="3552"/>
                <a:ext cx="236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/>
                <a:r>
                  <a:rPr lang="en-GB" sz="1800" b="0">
                    <a:solidFill>
                      <a:schemeClr val="tx1"/>
                    </a:solidFill>
                  </a:rPr>
                  <a:t>-</a:t>
                </a:r>
                <a:endParaRPr lang="en-GB" sz="1800" b="0" baseline="-25000">
                  <a:solidFill>
                    <a:schemeClr val="tx1"/>
                  </a:solidFill>
                </a:endParaRPr>
              </a:p>
            </p:txBody>
          </p:sp>
          <p:sp>
            <p:nvSpPr>
              <p:cNvPr id="26659" name="Line 352"/>
              <p:cNvSpPr>
                <a:spLocks noChangeShapeType="1"/>
              </p:cNvSpPr>
              <p:nvPr/>
            </p:nvSpPr>
            <p:spPr bwMode="auto">
              <a:xfrm rot="-5400000">
                <a:off x="1926" y="3246"/>
                <a:ext cx="154" cy="0"/>
              </a:xfrm>
              <a:prstGeom prst="line">
                <a:avLst/>
              </a:prstGeom>
              <a:noFill/>
              <a:ln w="19050">
                <a:solidFill>
                  <a:srgbClr val="3164AB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31" name="Group 353"/>
              <p:cNvGrpSpPr>
                <a:grpSpLocks/>
              </p:cNvGrpSpPr>
              <p:nvPr/>
            </p:nvGrpSpPr>
            <p:grpSpPr bwMode="auto">
              <a:xfrm rot="5400000">
                <a:off x="1858" y="3416"/>
                <a:ext cx="304" cy="119"/>
                <a:chOff x="1793" y="897"/>
                <a:chExt cx="304" cy="119"/>
              </a:xfrm>
            </p:grpSpPr>
            <p:sp>
              <p:nvSpPr>
                <p:cNvPr id="26666" name="Arc 354"/>
                <p:cNvSpPr>
                  <a:spLocks/>
                </p:cNvSpPr>
                <p:nvPr/>
              </p:nvSpPr>
              <p:spPr bwMode="auto">
                <a:xfrm rot="5400000" flipH="1">
                  <a:off x="1876" y="884"/>
                  <a:ext cx="74" cy="101"/>
                </a:xfrm>
                <a:custGeom>
                  <a:avLst/>
                  <a:gdLst>
                    <a:gd name="T0" fmla="*/ 0 w 21600"/>
                    <a:gd name="T1" fmla="*/ 0 h 43099"/>
                    <a:gd name="T2" fmla="*/ 0 w 21600"/>
                    <a:gd name="T3" fmla="*/ 0 h 43099"/>
                    <a:gd name="T4" fmla="*/ 0 w 21600"/>
                    <a:gd name="T5" fmla="*/ 0 h 43099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43099"/>
                    <a:gd name="T11" fmla="*/ 21600 w 21600"/>
                    <a:gd name="T12" fmla="*/ 43099 h 43099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43099" fill="none" extrusionOk="0">
                      <a:moveTo>
                        <a:pt x="1802" y="0"/>
                      </a:moveTo>
                      <a:cubicBezTo>
                        <a:pt x="12994" y="937"/>
                        <a:pt x="21600" y="10294"/>
                        <a:pt x="21600" y="21525"/>
                      </a:cubicBezTo>
                      <a:cubicBezTo>
                        <a:pt x="21600" y="33043"/>
                        <a:pt x="12561" y="42535"/>
                        <a:pt x="1057" y="43099"/>
                      </a:cubicBezTo>
                    </a:path>
                    <a:path w="21600" h="43099" stroke="0" extrusionOk="0">
                      <a:moveTo>
                        <a:pt x="1802" y="0"/>
                      </a:moveTo>
                      <a:cubicBezTo>
                        <a:pt x="12994" y="937"/>
                        <a:pt x="21600" y="10294"/>
                        <a:pt x="21600" y="21525"/>
                      </a:cubicBezTo>
                      <a:cubicBezTo>
                        <a:pt x="21600" y="33043"/>
                        <a:pt x="12561" y="42535"/>
                        <a:pt x="1057" y="43099"/>
                      </a:cubicBezTo>
                      <a:lnTo>
                        <a:pt x="0" y="21525"/>
                      </a:lnTo>
                      <a:close/>
                    </a:path>
                  </a:pathLst>
                </a:custGeom>
                <a:noFill/>
                <a:ln w="19050">
                  <a:solidFill>
                    <a:srgbClr val="3164AB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6667" name="Arc 355"/>
                <p:cNvSpPr>
                  <a:spLocks/>
                </p:cNvSpPr>
                <p:nvPr/>
              </p:nvSpPr>
              <p:spPr bwMode="auto">
                <a:xfrm rot="5400000">
                  <a:off x="1855" y="974"/>
                  <a:ext cx="49" cy="33"/>
                </a:xfrm>
                <a:custGeom>
                  <a:avLst/>
                  <a:gdLst>
                    <a:gd name="T0" fmla="*/ 0 w 21600"/>
                    <a:gd name="T1" fmla="*/ 0 h 43174"/>
                    <a:gd name="T2" fmla="*/ 0 w 21600"/>
                    <a:gd name="T3" fmla="*/ 0 h 43174"/>
                    <a:gd name="T4" fmla="*/ 0 w 21600"/>
                    <a:gd name="T5" fmla="*/ 0 h 43174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43174"/>
                    <a:gd name="T11" fmla="*/ 21600 w 21600"/>
                    <a:gd name="T12" fmla="*/ 43174 h 43174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43174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118"/>
                        <a:pt x="12561" y="42610"/>
                        <a:pt x="1057" y="43174"/>
                      </a:cubicBezTo>
                    </a:path>
                    <a:path w="21600" h="43174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118"/>
                        <a:pt x="12561" y="42610"/>
                        <a:pt x="1057" y="43174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19050">
                  <a:solidFill>
                    <a:srgbClr val="3164AB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6668" name="Arc 356"/>
                <p:cNvSpPr>
                  <a:spLocks/>
                </p:cNvSpPr>
                <p:nvPr/>
              </p:nvSpPr>
              <p:spPr bwMode="auto">
                <a:xfrm rot="5400000" flipH="1">
                  <a:off x="1801" y="889"/>
                  <a:ext cx="88" cy="103"/>
                </a:xfrm>
                <a:custGeom>
                  <a:avLst/>
                  <a:gdLst>
                    <a:gd name="T0" fmla="*/ 0 w 21600"/>
                    <a:gd name="T1" fmla="*/ 0 h 42611"/>
                    <a:gd name="T2" fmla="*/ 0 w 21600"/>
                    <a:gd name="T3" fmla="*/ 0 h 42611"/>
                    <a:gd name="T4" fmla="*/ 0 w 21600"/>
                    <a:gd name="T5" fmla="*/ 0 h 42611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42611"/>
                    <a:gd name="T11" fmla="*/ 21600 w 21600"/>
                    <a:gd name="T12" fmla="*/ 42611 h 42611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42611" fill="none" extrusionOk="0">
                      <a:moveTo>
                        <a:pt x="3562" y="-1"/>
                      </a:moveTo>
                      <a:cubicBezTo>
                        <a:pt x="13972" y="1740"/>
                        <a:pt x="21600" y="10749"/>
                        <a:pt x="21600" y="21304"/>
                      </a:cubicBezTo>
                      <a:cubicBezTo>
                        <a:pt x="21600" y="31864"/>
                        <a:pt x="13963" y="40877"/>
                        <a:pt x="3545" y="42610"/>
                      </a:cubicBezTo>
                    </a:path>
                    <a:path w="21600" h="42611" stroke="0" extrusionOk="0">
                      <a:moveTo>
                        <a:pt x="3562" y="-1"/>
                      </a:moveTo>
                      <a:cubicBezTo>
                        <a:pt x="13972" y="1740"/>
                        <a:pt x="21600" y="10749"/>
                        <a:pt x="21600" y="21304"/>
                      </a:cubicBezTo>
                      <a:cubicBezTo>
                        <a:pt x="21600" y="31864"/>
                        <a:pt x="13963" y="40877"/>
                        <a:pt x="3545" y="42610"/>
                      </a:cubicBezTo>
                      <a:lnTo>
                        <a:pt x="0" y="21304"/>
                      </a:lnTo>
                      <a:close/>
                    </a:path>
                  </a:pathLst>
                </a:custGeom>
                <a:noFill/>
                <a:ln w="19050">
                  <a:solidFill>
                    <a:srgbClr val="3164AB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6669" name="Arc 357"/>
                <p:cNvSpPr>
                  <a:spLocks/>
                </p:cNvSpPr>
                <p:nvPr/>
              </p:nvSpPr>
              <p:spPr bwMode="auto">
                <a:xfrm rot="5400000">
                  <a:off x="1922" y="973"/>
                  <a:ext cx="49" cy="33"/>
                </a:xfrm>
                <a:custGeom>
                  <a:avLst/>
                  <a:gdLst>
                    <a:gd name="T0" fmla="*/ 0 w 21600"/>
                    <a:gd name="T1" fmla="*/ 0 h 43174"/>
                    <a:gd name="T2" fmla="*/ 0 w 21600"/>
                    <a:gd name="T3" fmla="*/ 0 h 43174"/>
                    <a:gd name="T4" fmla="*/ 0 w 21600"/>
                    <a:gd name="T5" fmla="*/ 0 h 43174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43174"/>
                    <a:gd name="T11" fmla="*/ 21600 w 21600"/>
                    <a:gd name="T12" fmla="*/ 43174 h 43174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43174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118"/>
                        <a:pt x="12561" y="42610"/>
                        <a:pt x="1057" y="43174"/>
                      </a:cubicBezTo>
                    </a:path>
                    <a:path w="21600" h="43174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118"/>
                        <a:pt x="12561" y="42610"/>
                        <a:pt x="1057" y="43174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19050">
                  <a:solidFill>
                    <a:srgbClr val="3164AB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6670" name="Arc 358"/>
                <p:cNvSpPr>
                  <a:spLocks/>
                </p:cNvSpPr>
                <p:nvPr/>
              </p:nvSpPr>
              <p:spPr bwMode="auto">
                <a:xfrm rot="5400000" flipH="1">
                  <a:off x="1943" y="885"/>
                  <a:ext cx="74" cy="101"/>
                </a:xfrm>
                <a:custGeom>
                  <a:avLst/>
                  <a:gdLst>
                    <a:gd name="T0" fmla="*/ 0 w 21600"/>
                    <a:gd name="T1" fmla="*/ 0 h 43099"/>
                    <a:gd name="T2" fmla="*/ 0 w 21600"/>
                    <a:gd name="T3" fmla="*/ 0 h 43099"/>
                    <a:gd name="T4" fmla="*/ 0 w 21600"/>
                    <a:gd name="T5" fmla="*/ 0 h 43099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43099"/>
                    <a:gd name="T11" fmla="*/ 21600 w 21600"/>
                    <a:gd name="T12" fmla="*/ 43099 h 43099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43099" fill="none" extrusionOk="0">
                      <a:moveTo>
                        <a:pt x="1802" y="0"/>
                      </a:moveTo>
                      <a:cubicBezTo>
                        <a:pt x="12994" y="937"/>
                        <a:pt x="21600" y="10294"/>
                        <a:pt x="21600" y="21525"/>
                      </a:cubicBezTo>
                      <a:cubicBezTo>
                        <a:pt x="21600" y="33043"/>
                        <a:pt x="12561" y="42535"/>
                        <a:pt x="1057" y="43099"/>
                      </a:cubicBezTo>
                    </a:path>
                    <a:path w="21600" h="43099" stroke="0" extrusionOk="0">
                      <a:moveTo>
                        <a:pt x="1802" y="0"/>
                      </a:moveTo>
                      <a:cubicBezTo>
                        <a:pt x="12994" y="937"/>
                        <a:pt x="21600" y="10294"/>
                        <a:pt x="21600" y="21525"/>
                      </a:cubicBezTo>
                      <a:cubicBezTo>
                        <a:pt x="21600" y="33043"/>
                        <a:pt x="12561" y="42535"/>
                        <a:pt x="1057" y="43099"/>
                      </a:cubicBezTo>
                      <a:lnTo>
                        <a:pt x="0" y="21525"/>
                      </a:lnTo>
                      <a:close/>
                    </a:path>
                  </a:pathLst>
                </a:custGeom>
                <a:noFill/>
                <a:ln w="19050">
                  <a:solidFill>
                    <a:srgbClr val="3164AB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6671" name="Arc 359"/>
                <p:cNvSpPr>
                  <a:spLocks/>
                </p:cNvSpPr>
                <p:nvPr/>
              </p:nvSpPr>
              <p:spPr bwMode="auto">
                <a:xfrm rot="5400000">
                  <a:off x="1989" y="975"/>
                  <a:ext cx="49" cy="33"/>
                </a:xfrm>
                <a:custGeom>
                  <a:avLst/>
                  <a:gdLst>
                    <a:gd name="T0" fmla="*/ 0 w 21600"/>
                    <a:gd name="T1" fmla="*/ 0 h 43174"/>
                    <a:gd name="T2" fmla="*/ 0 w 21600"/>
                    <a:gd name="T3" fmla="*/ 0 h 43174"/>
                    <a:gd name="T4" fmla="*/ 0 w 21600"/>
                    <a:gd name="T5" fmla="*/ 0 h 43174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43174"/>
                    <a:gd name="T11" fmla="*/ 21600 w 21600"/>
                    <a:gd name="T12" fmla="*/ 43174 h 43174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43174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118"/>
                        <a:pt x="12561" y="42610"/>
                        <a:pt x="1057" y="43174"/>
                      </a:cubicBezTo>
                    </a:path>
                    <a:path w="21600" h="43174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118"/>
                        <a:pt x="12561" y="42610"/>
                        <a:pt x="1057" y="43174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19050">
                  <a:solidFill>
                    <a:srgbClr val="3164AB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6672" name="Arc 360"/>
                <p:cNvSpPr>
                  <a:spLocks/>
                </p:cNvSpPr>
                <p:nvPr/>
              </p:nvSpPr>
              <p:spPr bwMode="auto">
                <a:xfrm rot="5400000" flipH="1">
                  <a:off x="2010" y="885"/>
                  <a:ext cx="74" cy="101"/>
                </a:xfrm>
                <a:custGeom>
                  <a:avLst/>
                  <a:gdLst>
                    <a:gd name="T0" fmla="*/ 0 w 21600"/>
                    <a:gd name="T1" fmla="*/ 0 h 43099"/>
                    <a:gd name="T2" fmla="*/ 0 w 21600"/>
                    <a:gd name="T3" fmla="*/ 0 h 43099"/>
                    <a:gd name="T4" fmla="*/ 0 w 21600"/>
                    <a:gd name="T5" fmla="*/ 0 h 43099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43099"/>
                    <a:gd name="T11" fmla="*/ 21600 w 21600"/>
                    <a:gd name="T12" fmla="*/ 43099 h 43099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43099" fill="none" extrusionOk="0">
                      <a:moveTo>
                        <a:pt x="1802" y="0"/>
                      </a:moveTo>
                      <a:cubicBezTo>
                        <a:pt x="12994" y="937"/>
                        <a:pt x="21600" y="10294"/>
                        <a:pt x="21600" y="21525"/>
                      </a:cubicBezTo>
                      <a:cubicBezTo>
                        <a:pt x="21600" y="33043"/>
                        <a:pt x="12561" y="42535"/>
                        <a:pt x="1057" y="43099"/>
                      </a:cubicBezTo>
                    </a:path>
                    <a:path w="21600" h="43099" stroke="0" extrusionOk="0">
                      <a:moveTo>
                        <a:pt x="1802" y="0"/>
                      </a:moveTo>
                      <a:cubicBezTo>
                        <a:pt x="12994" y="937"/>
                        <a:pt x="21600" y="10294"/>
                        <a:pt x="21600" y="21525"/>
                      </a:cubicBezTo>
                      <a:cubicBezTo>
                        <a:pt x="21600" y="33043"/>
                        <a:pt x="12561" y="42535"/>
                        <a:pt x="1057" y="43099"/>
                      </a:cubicBezTo>
                      <a:lnTo>
                        <a:pt x="0" y="21525"/>
                      </a:lnTo>
                      <a:close/>
                    </a:path>
                  </a:pathLst>
                </a:custGeom>
                <a:noFill/>
                <a:ln w="19050">
                  <a:solidFill>
                    <a:srgbClr val="3164AB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sp>
            <p:nvSpPr>
              <p:cNvPr id="26661" name="Line 361"/>
              <p:cNvSpPr>
                <a:spLocks noChangeShapeType="1"/>
              </p:cNvSpPr>
              <p:nvPr/>
            </p:nvSpPr>
            <p:spPr bwMode="auto">
              <a:xfrm rot="-5400000">
                <a:off x="1921" y="3704"/>
                <a:ext cx="158" cy="0"/>
              </a:xfrm>
              <a:prstGeom prst="line">
                <a:avLst/>
              </a:prstGeom>
              <a:noFill/>
              <a:ln w="19050">
                <a:solidFill>
                  <a:srgbClr val="3164AB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662" name="Line 363"/>
              <p:cNvSpPr>
                <a:spLocks noChangeShapeType="1"/>
              </p:cNvSpPr>
              <p:nvPr/>
            </p:nvSpPr>
            <p:spPr bwMode="auto">
              <a:xfrm rot="5400000">
                <a:off x="1897" y="3252"/>
                <a:ext cx="12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663" name="Text Box 367"/>
              <p:cNvSpPr txBox="1">
                <a:spLocks noChangeArrowheads="1"/>
              </p:cNvSpPr>
              <p:nvPr/>
            </p:nvSpPr>
            <p:spPr bwMode="auto">
              <a:xfrm>
                <a:off x="1744" y="3803"/>
                <a:ext cx="1145" cy="233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sz="1800" dirty="0">
                    <a:solidFill>
                      <a:srgbClr val="FF0000"/>
                    </a:solidFill>
                  </a:rPr>
                  <a:t>Discharging stage</a:t>
                </a:r>
              </a:p>
            </p:txBody>
          </p:sp>
          <p:sp>
            <p:nvSpPr>
              <p:cNvPr id="26664" name="Text Box 376"/>
              <p:cNvSpPr txBox="1">
                <a:spLocks noChangeArrowheads="1"/>
              </p:cNvSpPr>
              <p:nvPr/>
            </p:nvSpPr>
            <p:spPr bwMode="auto">
              <a:xfrm>
                <a:off x="2368" y="3435"/>
                <a:ext cx="203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/>
                <a:r>
                  <a:rPr lang="es-ES" sz="1800">
                    <a:solidFill>
                      <a:schemeClr val="tx1"/>
                    </a:solidFill>
                  </a:rPr>
                  <a:t>+</a:t>
                </a:r>
                <a:endParaRPr lang="es-ES" sz="1800" baseline="-25000">
                  <a:solidFill>
                    <a:schemeClr val="tx1"/>
                  </a:solidFill>
                </a:endParaRPr>
              </a:p>
            </p:txBody>
          </p:sp>
          <p:sp>
            <p:nvSpPr>
              <p:cNvPr id="26665" name="Text Box 377"/>
              <p:cNvSpPr txBox="1">
                <a:spLocks noChangeArrowheads="1"/>
              </p:cNvSpPr>
              <p:nvPr/>
            </p:nvSpPr>
            <p:spPr bwMode="auto">
              <a:xfrm>
                <a:off x="2381" y="3243"/>
                <a:ext cx="176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/>
                <a:r>
                  <a:rPr lang="es-ES" sz="1800">
                    <a:solidFill>
                      <a:schemeClr val="tx1"/>
                    </a:solidFill>
                  </a:rPr>
                  <a:t>-</a:t>
                </a:r>
                <a:endParaRPr lang="es-ES" sz="1800" baseline="-25000">
                  <a:solidFill>
                    <a:schemeClr val="tx1"/>
                  </a:solidFill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558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8290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70"/>
          <p:cNvGrpSpPr>
            <a:grpSpLocks/>
          </p:cNvGrpSpPr>
          <p:nvPr/>
        </p:nvGrpSpPr>
        <p:grpSpPr bwMode="auto">
          <a:xfrm>
            <a:off x="5689600" y="1257300"/>
            <a:ext cx="2427288" cy="4460875"/>
            <a:chOff x="3584" y="1116"/>
            <a:chExt cx="1529" cy="2810"/>
          </a:xfrm>
        </p:grpSpPr>
        <p:sp>
          <p:nvSpPr>
            <p:cNvPr id="23748" name="Line 171"/>
            <p:cNvSpPr>
              <a:spLocks noChangeShapeType="1"/>
            </p:cNvSpPr>
            <p:nvPr/>
          </p:nvSpPr>
          <p:spPr bwMode="auto">
            <a:xfrm>
              <a:off x="3606" y="1702"/>
              <a:ext cx="150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749" name="Line 172"/>
            <p:cNvSpPr>
              <a:spLocks noChangeShapeType="1"/>
            </p:cNvSpPr>
            <p:nvPr/>
          </p:nvSpPr>
          <p:spPr bwMode="auto">
            <a:xfrm>
              <a:off x="3595" y="2290"/>
              <a:ext cx="150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750" name="Line 173"/>
            <p:cNvSpPr>
              <a:spLocks noChangeShapeType="1"/>
            </p:cNvSpPr>
            <p:nvPr/>
          </p:nvSpPr>
          <p:spPr bwMode="auto">
            <a:xfrm>
              <a:off x="3595" y="2842"/>
              <a:ext cx="150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751" name="Line 174"/>
            <p:cNvSpPr>
              <a:spLocks noChangeShapeType="1"/>
            </p:cNvSpPr>
            <p:nvPr/>
          </p:nvSpPr>
          <p:spPr bwMode="auto">
            <a:xfrm>
              <a:off x="3584" y="3406"/>
              <a:ext cx="150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752" name="Line 175"/>
            <p:cNvSpPr>
              <a:spLocks noChangeShapeType="1"/>
            </p:cNvSpPr>
            <p:nvPr/>
          </p:nvSpPr>
          <p:spPr bwMode="auto">
            <a:xfrm>
              <a:off x="3656" y="1166"/>
              <a:ext cx="0" cy="276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753" name="Rectangle 176"/>
            <p:cNvSpPr>
              <a:spLocks noChangeArrowheads="1"/>
            </p:cNvSpPr>
            <p:nvPr/>
          </p:nvSpPr>
          <p:spPr bwMode="auto">
            <a:xfrm>
              <a:off x="4887" y="3129"/>
              <a:ext cx="167" cy="24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l" defTabSz="762000" eaLnBrk="0" hangingPunct="0"/>
              <a:r>
                <a:rPr lang="es-ES">
                  <a:solidFill>
                    <a:schemeClr val="tx1"/>
                  </a:solidFill>
                  <a:latin typeface="Arial" charset="0"/>
                </a:rPr>
                <a:t>t</a:t>
              </a:r>
            </a:p>
          </p:txBody>
        </p:sp>
        <p:sp>
          <p:nvSpPr>
            <p:cNvPr id="23754" name="Rectangle 177"/>
            <p:cNvSpPr>
              <a:spLocks noChangeArrowheads="1"/>
            </p:cNvSpPr>
            <p:nvPr/>
          </p:nvSpPr>
          <p:spPr bwMode="auto">
            <a:xfrm>
              <a:off x="4882" y="2604"/>
              <a:ext cx="167" cy="24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l" defTabSz="762000" eaLnBrk="0" hangingPunct="0"/>
              <a:r>
                <a:rPr lang="es-ES">
                  <a:solidFill>
                    <a:schemeClr val="tx1"/>
                  </a:solidFill>
                  <a:latin typeface="Arial" charset="0"/>
                </a:rPr>
                <a:t>t</a:t>
              </a:r>
            </a:p>
          </p:txBody>
        </p:sp>
        <p:sp>
          <p:nvSpPr>
            <p:cNvPr id="23755" name="Rectangle 178"/>
            <p:cNvSpPr>
              <a:spLocks noChangeArrowheads="1"/>
            </p:cNvSpPr>
            <p:nvPr/>
          </p:nvSpPr>
          <p:spPr bwMode="auto">
            <a:xfrm>
              <a:off x="4885" y="2046"/>
              <a:ext cx="167" cy="24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l" defTabSz="762000" eaLnBrk="0" hangingPunct="0"/>
              <a:r>
                <a:rPr lang="es-ES">
                  <a:solidFill>
                    <a:schemeClr val="tx1"/>
                  </a:solidFill>
                  <a:latin typeface="Arial" charset="0"/>
                </a:rPr>
                <a:t>t</a:t>
              </a:r>
            </a:p>
          </p:txBody>
        </p:sp>
        <p:sp>
          <p:nvSpPr>
            <p:cNvPr id="23756" name="Rectangle 179"/>
            <p:cNvSpPr>
              <a:spLocks noChangeArrowheads="1"/>
            </p:cNvSpPr>
            <p:nvPr/>
          </p:nvSpPr>
          <p:spPr bwMode="auto">
            <a:xfrm>
              <a:off x="4874" y="1470"/>
              <a:ext cx="167" cy="24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l" defTabSz="762000" eaLnBrk="0" hangingPunct="0"/>
              <a:r>
                <a:rPr lang="es-ES">
                  <a:solidFill>
                    <a:schemeClr val="tx1"/>
                  </a:solidFill>
                  <a:latin typeface="Arial" charset="0"/>
                </a:rPr>
                <a:t>t</a:t>
              </a:r>
            </a:p>
          </p:txBody>
        </p:sp>
        <p:sp>
          <p:nvSpPr>
            <p:cNvPr id="23757" name="Line 180"/>
            <p:cNvSpPr>
              <a:spLocks noChangeShapeType="1"/>
            </p:cNvSpPr>
            <p:nvPr/>
          </p:nvSpPr>
          <p:spPr bwMode="auto">
            <a:xfrm flipV="1">
              <a:off x="3656" y="1767"/>
              <a:ext cx="0" cy="13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758" name="Line 181"/>
            <p:cNvSpPr>
              <a:spLocks noChangeShapeType="1"/>
            </p:cNvSpPr>
            <p:nvPr/>
          </p:nvSpPr>
          <p:spPr bwMode="auto">
            <a:xfrm flipV="1">
              <a:off x="3656" y="2325"/>
              <a:ext cx="0" cy="13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759" name="Line 182"/>
            <p:cNvSpPr>
              <a:spLocks noChangeShapeType="1"/>
            </p:cNvSpPr>
            <p:nvPr/>
          </p:nvSpPr>
          <p:spPr bwMode="auto">
            <a:xfrm flipV="1">
              <a:off x="3656" y="2907"/>
              <a:ext cx="0" cy="13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760" name="Rectangle 183"/>
            <p:cNvSpPr>
              <a:spLocks noChangeArrowheads="1"/>
            </p:cNvSpPr>
            <p:nvPr/>
          </p:nvSpPr>
          <p:spPr bwMode="auto">
            <a:xfrm>
              <a:off x="3672" y="2247"/>
              <a:ext cx="227" cy="24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l" defTabSz="762000" eaLnBrk="0" hangingPunct="0"/>
              <a:r>
                <a:rPr lang="es-ES">
                  <a:solidFill>
                    <a:schemeClr val="tx1"/>
                  </a:solidFill>
                  <a:latin typeface="Arial" charset="0"/>
                </a:rPr>
                <a:t>i</a:t>
              </a:r>
              <a:r>
                <a:rPr lang="es-ES" baseline="-25000">
                  <a:solidFill>
                    <a:schemeClr val="tx1"/>
                  </a:solidFill>
                  <a:latin typeface="Arial" charset="0"/>
                </a:rPr>
                <a:t>S</a:t>
              </a:r>
            </a:p>
          </p:txBody>
        </p:sp>
        <p:sp>
          <p:nvSpPr>
            <p:cNvPr id="23761" name="Rectangle 184"/>
            <p:cNvSpPr>
              <a:spLocks noChangeArrowheads="1"/>
            </p:cNvSpPr>
            <p:nvPr/>
          </p:nvSpPr>
          <p:spPr bwMode="auto">
            <a:xfrm>
              <a:off x="3635" y="2937"/>
              <a:ext cx="233" cy="24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l" defTabSz="762000" eaLnBrk="0" hangingPunct="0"/>
              <a:r>
                <a:rPr lang="es-ES">
                  <a:solidFill>
                    <a:schemeClr val="tx1"/>
                  </a:solidFill>
                  <a:latin typeface="Arial" charset="0"/>
                </a:rPr>
                <a:t>i</a:t>
              </a:r>
              <a:r>
                <a:rPr lang="es-ES" baseline="-25000">
                  <a:solidFill>
                    <a:schemeClr val="tx1"/>
                  </a:solidFill>
                  <a:latin typeface="Arial" charset="0"/>
                </a:rPr>
                <a:t>D</a:t>
              </a:r>
            </a:p>
          </p:txBody>
        </p:sp>
        <p:sp>
          <p:nvSpPr>
            <p:cNvPr id="23762" name="Rectangle 185"/>
            <p:cNvSpPr>
              <a:spLocks noChangeArrowheads="1"/>
            </p:cNvSpPr>
            <p:nvPr/>
          </p:nvSpPr>
          <p:spPr bwMode="auto">
            <a:xfrm>
              <a:off x="3640" y="1710"/>
              <a:ext cx="222" cy="24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l" defTabSz="762000" eaLnBrk="0" hangingPunct="0"/>
              <a:r>
                <a:rPr lang="es-ES">
                  <a:solidFill>
                    <a:schemeClr val="tx1"/>
                  </a:solidFill>
                  <a:latin typeface="Arial" charset="0"/>
                </a:rPr>
                <a:t>i</a:t>
              </a:r>
              <a:r>
                <a:rPr lang="es-ES" baseline="-25000">
                  <a:solidFill>
                    <a:schemeClr val="tx1"/>
                  </a:solidFill>
                  <a:latin typeface="Arial" charset="0"/>
                </a:rPr>
                <a:t>L</a:t>
              </a:r>
            </a:p>
          </p:txBody>
        </p:sp>
        <p:sp>
          <p:nvSpPr>
            <p:cNvPr id="23763" name="Rectangle 186"/>
            <p:cNvSpPr>
              <a:spLocks noChangeArrowheads="1"/>
            </p:cNvSpPr>
            <p:nvPr/>
          </p:nvSpPr>
          <p:spPr bwMode="auto">
            <a:xfrm>
              <a:off x="3664" y="1116"/>
              <a:ext cx="1076" cy="24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l" defTabSz="762000" eaLnBrk="0" hangingPunct="0"/>
              <a:r>
                <a:rPr lang="es-ES" b="0">
                  <a:solidFill>
                    <a:schemeClr val="tx1"/>
                  </a:solidFill>
                  <a:latin typeface="Arial" charset="0"/>
                </a:rPr>
                <a:t>Driving signal</a:t>
              </a:r>
            </a:p>
          </p:txBody>
        </p:sp>
      </p:grpSp>
      <p:grpSp>
        <p:nvGrpSpPr>
          <p:cNvPr id="3" name="Group 187"/>
          <p:cNvGrpSpPr>
            <a:grpSpLocks/>
          </p:cNvGrpSpPr>
          <p:nvPr/>
        </p:nvGrpSpPr>
        <p:grpSpPr bwMode="auto">
          <a:xfrm>
            <a:off x="5795963" y="1714500"/>
            <a:ext cx="700087" cy="3619500"/>
            <a:chOff x="3651" y="1404"/>
            <a:chExt cx="441" cy="2280"/>
          </a:xfrm>
        </p:grpSpPr>
        <p:sp>
          <p:nvSpPr>
            <p:cNvPr id="23740" name="Rectangle 188"/>
            <p:cNvSpPr>
              <a:spLocks noChangeArrowheads="1"/>
            </p:cNvSpPr>
            <p:nvPr/>
          </p:nvSpPr>
          <p:spPr bwMode="auto">
            <a:xfrm>
              <a:off x="3665" y="3417"/>
              <a:ext cx="427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8" tIns="44450" rIns="90488" bIns="44450">
              <a:spAutoFit/>
            </a:bodyPr>
            <a:lstStyle/>
            <a:p>
              <a:pPr algn="l" defTabSz="762000" eaLnBrk="0" hangingPunct="0"/>
              <a:r>
                <a:rPr lang="es-ES" sz="1800">
                  <a:solidFill>
                    <a:schemeClr val="tx1"/>
                  </a:solidFill>
                  <a:latin typeface="Arial" charset="0"/>
                </a:rPr>
                <a:t>dT</a:t>
              </a:r>
            </a:p>
          </p:txBody>
        </p:sp>
        <p:grpSp>
          <p:nvGrpSpPr>
            <p:cNvPr id="4" name="Group 189"/>
            <p:cNvGrpSpPr>
              <a:grpSpLocks/>
            </p:cNvGrpSpPr>
            <p:nvPr/>
          </p:nvGrpSpPr>
          <p:grpSpPr bwMode="auto">
            <a:xfrm>
              <a:off x="3651" y="1404"/>
              <a:ext cx="310" cy="2280"/>
              <a:chOff x="3651" y="1404"/>
              <a:chExt cx="310" cy="2280"/>
            </a:xfrm>
          </p:grpSpPr>
          <p:sp>
            <p:nvSpPr>
              <p:cNvPr id="23742" name="Line 190"/>
              <p:cNvSpPr>
                <a:spLocks noChangeShapeType="1"/>
              </p:cNvSpPr>
              <p:nvPr/>
            </p:nvSpPr>
            <p:spPr bwMode="auto">
              <a:xfrm>
                <a:off x="3959" y="3404"/>
                <a:ext cx="0" cy="28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prstDash val="sysDot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743" name="Line 191"/>
              <p:cNvSpPr>
                <a:spLocks noChangeShapeType="1"/>
              </p:cNvSpPr>
              <p:nvPr/>
            </p:nvSpPr>
            <p:spPr bwMode="auto">
              <a:xfrm>
                <a:off x="3656" y="3628"/>
                <a:ext cx="305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744" name="Line 192"/>
              <p:cNvSpPr>
                <a:spLocks noChangeShapeType="1"/>
              </p:cNvSpPr>
              <p:nvPr/>
            </p:nvSpPr>
            <p:spPr bwMode="auto">
              <a:xfrm flipV="1">
                <a:off x="3664" y="1850"/>
                <a:ext cx="281" cy="208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745" name="Freeform 193"/>
              <p:cNvSpPr>
                <a:spLocks/>
              </p:cNvSpPr>
              <p:nvPr/>
            </p:nvSpPr>
            <p:spPr bwMode="auto">
              <a:xfrm>
                <a:off x="3664" y="2414"/>
                <a:ext cx="293" cy="422"/>
              </a:xfrm>
              <a:custGeom>
                <a:avLst/>
                <a:gdLst>
                  <a:gd name="T0" fmla="*/ 0 w 330"/>
                  <a:gd name="T1" fmla="*/ 421 h 422"/>
                  <a:gd name="T2" fmla="*/ 0 w 330"/>
                  <a:gd name="T3" fmla="*/ 212 h 422"/>
                  <a:gd name="T4" fmla="*/ 143 w 330"/>
                  <a:gd name="T5" fmla="*/ 0 h 422"/>
                  <a:gd name="T6" fmla="*/ 143 w 330"/>
                  <a:gd name="T7" fmla="*/ 421 h 42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30"/>
                  <a:gd name="T13" fmla="*/ 0 h 422"/>
                  <a:gd name="T14" fmla="*/ 330 w 330"/>
                  <a:gd name="T15" fmla="*/ 422 h 42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30" h="422">
                    <a:moveTo>
                      <a:pt x="0" y="421"/>
                    </a:moveTo>
                    <a:lnTo>
                      <a:pt x="0" y="212"/>
                    </a:lnTo>
                    <a:lnTo>
                      <a:pt x="329" y="0"/>
                    </a:lnTo>
                    <a:lnTo>
                      <a:pt x="329" y="421"/>
                    </a:lnTo>
                  </a:path>
                </a:pathLst>
              </a:custGeom>
              <a:noFill/>
              <a:ln w="38100" cap="rnd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23746" name="Line 194"/>
              <p:cNvSpPr>
                <a:spLocks noChangeShapeType="1"/>
              </p:cNvSpPr>
              <p:nvPr/>
            </p:nvSpPr>
            <p:spPr bwMode="auto">
              <a:xfrm>
                <a:off x="3669" y="3402"/>
                <a:ext cx="285" cy="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747" name="Freeform 195"/>
              <p:cNvSpPr>
                <a:spLocks/>
              </p:cNvSpPr>
              <p:nvPr/>
            </p:nvSpPr>
            <p:spPr bwMode="auto">
              <a:xfrm>
                <a:off x="3651" y="1404"/>
                <a:ext cx="294" cy="143"/>
              </a:xfrm>
              <a:custGeom>
                <a:avLst/>
                <a:gdLst>
                  <a:gd name="T0" fmla="*/ 1 w 294"/>
                  <a:gd name="T1" fmla="*/ 3 h 284"/>
                  <a:gd name="T2" fmla="*/ 0 w 294"/>
                  <a:gd name="T3" fmla="*/ 0 h 284"/>
                  <a:gd name="T4" fmla="*/ 294 w 294"/>
                  <a:gd name="T5" fmla="*/ 0 h 284"/>
                  <a:gd name="T6" fmla="*/ 293 w 294"/>
                  <a:gd name="T7" fmla="*/ 3 h 28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94"/>
                  <a:gd name="T13" fmla="*/ 0 h 284"/>
                  <a:gd name="T14" fmla="*/ 294 w 294"/>
                  <a:gd name="T15" fmla="*/ 284 h 28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94" h="284">
                    <a:moveTo>
                      <a:pt x="1" y="284"/>
                    </a:moveTo>
                    <a:lnTo>
                      <a:pt x="0" y="0"/>
                    </a:lnTo>
                    <a:lnTo>
                      <a:pt x="294" y="0"/>
                    </a:lnTo>
                    <a:lnTo>
                      <a:pt x="293" y="284"/>
                    </a:lnTo>
                  </a:path>
                </a:pathLst>
              </a:custGeom>
              <a:noFill/>
              <a:ln w="38100" cap="rnd">
                <a:solidFill>
                  <a:srgbClr val="6600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s-ES"/>
              </a:p>
            </p:txBody>
          </p:sp>
        </p:grpSp>
      </p:grpSp>
      <p:grpSp>
        <p:nvGrpSpPr>
          <p:cNvPr id="5" name="Group 196"/>
          <p:cNvGrpSpPr>
            <a:grpSpLocks/>
          </p:cNvGrpSpPr>
          <p:nvPr/>
        </p:nvGrpSpPr>
        <p:grpSpPr bwMode="auto">
          <a:xfrm>
            <a:off x="5829300" y="1944688"/>
            <a:ext cx="925513" cy="3727450"/>
            <a:chOff x="3672" y="1549"/>
            <a:chExt cx="583" cy="2348"/>
          </a:xfrm>
        </p:grpSpPr>
        <p:sp>
          <p:nvSpPr>
            <p:cNvPr id="23733" name="Line 197"/>
            <p:cNvSpPr>
              <a:spLocks noChangeShapeType="1"/>
            </p:cNvSpPr>
            <p:nvPr/>
          </p:nvSpPr>
          <p:spPr bwMode="auto">
            <a:xfrm>
              <a:off x="4247" y="3418"/>
              <a:ext cx="0" cy="45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734" name="Line 198"/>
            <p:cNvSpPr>
              <a:spLocks noChangeShapeType="1"/>
            </p:cNvSpPr>
            <p:nvPr/>
          </p:nvSpPr>
          <p:spPr bwMode="auto">
            <a:xfrm>
              <a:off x="3672" y="3860"/>
              <a:ext cx="56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735" name="Rectangle 199"/>
            <p:cNvSpPr>
              <a:spLocks noChangeArrowheads="1"/>
            </p:cNvSpPr>
            <p:nvPr/>
          </p:nvSpPr>
          <p:spPr bwMode="auto">
            <a:xfrm>
              <a:off x="3879" y="3668"/>
              <a:ext cx="202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l" defTabSz="762000" eaLnBrk="0" hangingPunct="0"/>
              <a:r>
                <a:rPr lang="es-ES" sz="1800">
                  <a:solidFill>
                    <a:schemeClr val="tx1"/>
                  </a:solidFill>
                  <a:latin typeface="Arial" charset="0"/>
                </a:rPr>
                <a:t>T</a:t>
              </a:r>
            </a:p>
          </p:txBody>
        </p:sp>
        <p:sp>
          <p:nvSpPr>
            <p:cNvPr id="23736" name="Line 200"/>
            <p:cNvSpPr>
              <a:spLocks noChangeShapeType="1"/>
            </p:cNvSpPr>
            <p:nvPr/>
          </p:nvSpPr>
          <p:spPr bwMode="auto">
            <a:xfrm flipH="1" flipV="1">
              <a:off x="3946" y="1850"/>
              <a:ext cx="309" cy="208"/>
            </a:xfrm>
            <a:prstGeom prst="line">
              <a:avLst/>
            </a:prstGeom>
            <a:noFill/>
            <a:ln w="38100">
              <a:solidFill>
                <a:srgbClr val="3164AB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737" name="Line 201"/>
            <p:cNvSpPr>
              <a:spLocks noChangeShapeType="1"/>
            </p:cNvSpPr>
            <p:nvPr/>
          </p:nvSpPr>
          <p:spPr bwMode="auto">
            <a:xfrm>
              <a:off x="3963" y="2835"/>
              <a:ext cx="285" cy="0"/>
            </a:xfrm>
            <a:prstGeom prst="line">
              <a:avLst/>
            </a:prstGeom>
            <a:noFill/>
            <a:ln w="38100">
              <a:solidFill>
                <a:srgbClr val="3164AB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738" name="Freeform 202"/>
            <p:cNvSpPr>
              <a:spLocks/>
            </p:cNvSpPr>
            <p:nvPr/>
          </p:nvSpPr>
          <p:spPr bwMode="auto">
            <a:xfrm>
              <a:off x="3957" y="2966"/>
              <a:ext cx="293" cy="435"/>
            </a:xfrm>
            <a:custGeom>
              <a:avLst/>
              <a:gdLst>
                <a:gd name="T0" fmla="*/ 143 w 330"/>
                <a:gd name="T1" fmla="*/ 434 h 435"/>
                <a:gd name="T2" fmla="*/ 143 w 330"/>
                <a:gd name="T3" fmla="*/ 218 h 435"/>
                <a:gd name="T4" fmla="*/ 0 w 330"/>
                <a:gd name="T5" fmla="*/ 0 h 435"/>
                <a:gd name="T6" fmla="*/ 0 w 330"/>
                <a:gd name="T7" fmla="*/ 434 h 43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30"/>
                <a:gd name="T13" fmla="*/ 0 h 435"/>
                <a:gd name="T14" fmla="*/ 330 w 330"/>
                <a:gd name="T15" fmla="*/ 435 h 43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30" h="435">
                  <a:moveTo>
                    <a:pt x="329" y="434"/>
                  </a:moveTo>
                  <a:lnTo>
                    <a:pt x="329" y="218"/>
                  </a:lnTo>
                  <a:lnTo>
                    <a:pt x="0" y="0"/>
                  </a:lnTo>
                  <a:lnTo>
                    <a:pt x="0" y="434"/>
                  </a:lnTo>
                </a:path>
              </a:pathLst>
            </a:custGeom>
            <a:noFill/>
            <a:ln w="38100" cap="rnd">
              <a:solidFill>
                <a:srgbClr val="3164AB"/>
              </a:solidFill>
              <a:round/>
              <a:headEnd/>
              <a:tailE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23739" name="Freeform 203"/>
            <p:cNvSpPr>
              <a:spLocks/>
            </p:cNvSpPr>
            <p:nvPr/>
          </p:nvSpPr>
          <p:spPr bwMode="auto">
            <a:xfrm flipV="1">
              <a:off x="3944" y="1549"/>
              <a:ext cx="294" cy="143"/>
            </a:xfrm>
            <a:custGeom>
              <a:avLst/>
              <a:gdLst>
                <a:gd name="T0" fmla="*/ 1 w 294"/>
                <a:gd name="T1" fmla="*/ 3 h 284"/>
                <a:gd name="T2" fmla="*/ 0 w 294"/>
                <a:gd name="T3" fmla="*/ 0 h 284"/>
                <a:gd name="T4" fmla="*/ 294 w 294"/>
                <a:gd name="T5" fmla="*/ 0 h 284"/>
                <a:gd name="T6" fmla="*/ 293 w 294"/>
                <a:gd name="T7" fmla="*/ 3 h 28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94"/>
                <a:gd name="T13" fmla="*/ 0 h 284"/>
                <a:gd name="T14" fmla="*/ 294 w 294"/>
                <a:gd name="T15" fmla="*/ 284 h 28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94" h="284">
                  <a:moveTo>
                    <a:pt x="1" y="284"/>
                  </a:moveTo>
                  <a:lnTo>
                    <a:pt x="0" y="0"/>
                  </a:lnTo>
                  <a:lnTo>
                    <a:pt x="294" y="0"/>
                  </a:lnTo>
                  <a:lnTo>
                    <a:pt x="293" y="284"/>
                  </a:lnTo>
                </a:path>
              </a:pathLst>
            </a:custGeom>
            <a:noFill/>
            <a:ln w="38100" cap="rnd">
              <a:solidFill>
                <a:srgbClr val="660066"/>
              </a:solidFill>
              <a:round/>
              <a:headEnd/>
              <a:tailEnd/>
            </a:ln>
          </p:spPr>
          <p:txBody>
            <a:bodyPr/>
            <a:lstStyle/>
            <a:p>
              <a:endParaRPr lang="es-ES"/>
            </a:p>
          </p:txBody>
        </p:sp>
      </p:grpSp>
      <p:grpSp>
        <p:nvGrpSpPr>
          <p:cNvPr id="6" name="Group 204"/>
          <p:cNvGrpSpPr>
            <a:grpSpLocks/>
          </p:cNvGrpSpPr>
          <p:nvPr/>
        </p:nvGrpSpPr>
        <p:grpSpPr bwMode="auto">
          <a:xfrm>
            <a:off x="6724650" y="1711325"/>
            <a:ext cx="496888" cy="3171825"/>
            <a:chOff x="4236" y="1402"/>
            <a:chExt cx="313" cy="1998"/>
          </a:xfrm>
        </p:grpSpPr>
        <p:sp>
          <p:nvSpPr>
            <p:cNvPr id="23729" name="Line 205"/>
            <p:cNvSpPr>
              <a:spLocks noChangeShapeType="1"/>
            </p:cNvSpPr>
            <p:nvPr/>
          </p:nvSpPr>
          <p:spPr bwMode="auto">
            <a:xfrm flipV="1">
              <a:off x="4251" y="1850"/>
              <a:ext cx="282" cy="208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730" name="Freeform 206"/>
            <p:cNvSpPr>
              <a:spLocks/>
            </p:cNvSpPr>
            <p:nvPr/>
          </p:nvSpPr>
          <p:spPr bwMode="auto">
            <a:xfrm>
              <a:off x="4255" y="2416"/>
              <a:ext cx="294" cy="422"/>
            </a:xfrm>
            <a:custGeom>
              <a:avLst/>
              <a:gdLst>
                <a:gd name="T0" fmla="*/ 0 w 331"/>
                <a:gd name="T1" fmla="*/ 421 h 422"/>
                <a:gd name="T2" fmla="*/ 0 w 331"/>
                <a:gd name="T3" fmla="*/ 212 h 422"/>
                <a:gd name="T4" fmla="*/ 144 w 331"/>
                <a:gd name="T5" fmla="*/ 0 h 422"/>
                <a:gd name="T6" fmla="*/ 144 w 331"/>
                <a:gd name="T7" fmla="*/ 421 h 42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31"/>
                <a:gd name="T13" fmla="*/ 0 h 422"/>
                <a:gd name="T14" fmla="*/ 331 w 331"/>
                <a:gd name="T15" fmla="*/ 422 h 42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31" h="422">
                  <a:moveTo>
                    <a:pt x="0" y="421"/>
                  </a:moveTo>
                  <a:lnTo>
                    <a:pt x="0" y="212"/>
                  </a:lnTo>
                  <a:lnTo>
                    <a:pt x="330" y="0"/>
                  </a:lnTo>
                  <a:lnTo>
                    <a:pt x="330" y="421"/>
                  </a:lnTo>
                </a:path>
              </a:pathLst>
            </a:custGeom>
            <a:noFill/>
            <a:ln w="38100" cap="rnd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23731" name="Line 207"/>
            <p:cNvSpPr>
              <a:spLocks noChangeShapeType="1"/>
            </p:cNvSpPr>
            <p:nvPr/>
          </p:nvSpPr>
          <p:spPr bwMode="auto">
            <a:xfrm>
              <a:off x="4262" y="3400"/>
              <a:ext cx="283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732" name="Freeform 208"/>
            <p:cNvSpPr>
              <a:spLocks/>
            </p:cNvSpPr>
            <p:nvPr/>
          </p:nvSpPr>
          <p:spPr bwMode="auto">
            <a:xfrm>
              <a:off x="4236" y="1402"/>
              <a:ext cx="294" cy="143"/>
            </a:xfrm>
            <a:custGeom>
              <a:avLst/>
              <a:gdLst>
                <a:gd name="T0" fmla="*/ 1 w 294"/>
                <a:gd name="T1" fmla="*/ 3 h 284"/>
                <a:gd name="T2" fmla="*/ 0 w 294"/>
                <a:gd name="T3" fmla="*/ 0 h 284"/>
                <a:gd name="T4" fmla="*/ 294 w 294"/>
                <a:gd name="T5" fmla="*/ 0 h 284"/>
                <a:gd name="T6" fmla="*/ 293 w 294"/>
                <a:gd name="T7" fmla="*/ 3 h 28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94"/>
                <a:gd name="T13" fmla="*/ 0 h 284"/>
                <a:gd name="T14" fmla="*/ 294 w 294"/>
                <a:gd name="T15" fmla="*/ 284 h 28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94" h="284">
                  <a:moveTo>
                    <a:pt x="1" y="284"/>
                  </a:moveTo>
                  <a:lnTo>
                    <a:pt x="0" y="0"/>
                  </a:lnTo>
                  <a:lnTo>
                    <a:pt x="294" y="0"/>
                  </a:lnTo>
                  <a:lnTo>
                    <a:pt x="293" y="284"/>
                  </a:lnTo>
                </a:path>
              </a:pathLst>
            </a:custGeom>
            <a:noFill/>
            <a:ln w="38100" cap="rnd">
              <a:solidFill>
                <a:srgbClr val="660066"/>
              </a:solidFill>
              <a:round/>
              <a:headEnd/>
              <a:tailEnd/>
            </a:ln>
          </p:spPr>
          <p:txBody>
            <a:bodyPr/>
            <a:lstStyle/>
            <a:p>
              <a:endParaRPr lang="es-ES"/>
            </a:p>
          </p:txBody>
        </p:sp>
      </p:grpSp>
      <p:grpSp>
        <p:nvGrpSpPr>
          <p:cNvPr id="7" name="Group 209"/>
          <p:cNvGrpSpPr>
            <a:grpSpLocks/>
          </p:cNvGrpSpPr>
          <p:nvPr/>
        </p:nvGrpSpPr>
        <p:grpSpPr bwMode="auto">
          <a:xfrm>
            <a:off x="7186613" y="1941513"/>
            <a:ext cx="503237" cy="2946400"/>
            <a:chOff x="4527" y="1547"/>
            <a:chExt cx="317" cy="1856"/>
          </a:xfrm>
        </p:grpSpPr>
        <p:sp>
          <p:nvSpPr>
            <p:cNvPr id="23725" name="Line 210"/>
            <p:cNvSpPr>
              <a:spLocks noChangeShapeType="1"/>
            </p:cNvSpPr>
            <p:nvPr/>
          </p:nvSpPr>
          <p:spPr bwMode="auto">
            <a:xfrm flipH="1" flipV="1">
              <a:off x="4535" y="1850"/>
              <a:ext cx="309" cy="208"/>
            </a:xfrm>
            <a:prstGeom prst="line">
              <a:avLst/>
            </a:prstGeom>
            <a:noFill/>
            <a:ln w="38100">
              <a:solidFill>
                <a:srgbClr val="3164AB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726" name="Line 211"/>
            <p:cNvSpPr>
              <a:spLocks noChangeShapeType="1"/>
            </p:cNvSpPr>
            <p:nvPr/>
          </p:nvSpPr>
          <p:spPr bwMode="auto">
            <a:xfrm>
              <a:off x="4555" y="2837"/>
              <a:ext cx="285" cy="0"/>
            </a:xfrm>
            <a:prstGeom prst="line">
              <a:avLst/>
            </a:prstGeom>
            <a:noFill/>
            <a:ln w="38100">
              <a:solidFill>
                <a:srgbClr val="3164AB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727" name="Freeform 212"/>
            <p:cNvSpPr>
              <a:spLocks/>
            </p:cNvSpPr>
            <p:nvPr/>
          </p:nvSpPr>
          <p:spPr bwMode="auto">
            <a:xfrm>
              <a:off x="4546" y="2968"/>
              <a:ext cx="294" cy="435"/>
            </a:xfrm>
            <a:custGeom>
              <a:avLst/>
              <a:gdLst>
                <a:gd name="T0" fmla="*/ 144 w 331"/>
                <a:gd name="T1" fmla="*/ 434 h 435"/>
                <a:gd name="T2" fmla="*/ 144 w 331"/>
                <a:gd name="T3" fmla="*/ 218 h 435"/>
                <a:gd name="T4" fmla="*/ 0 w 331"/>
                <a:gd name="T5" fmla="*/ 0 h 435"/>
                <a:gd name="T6" fmla="*/ 0 w 331"/>
                <a:gd name="T7" fmla="*/ 434 h 43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31"/>
                <a:gd name="T13" fmla="*/ 0 h 435"/>
                <a:gd name="T14" fmla="*/ 331 w 331"/>
                <a:gd name="T15" fmla="*/ 435 h 43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31" h="435">
                  <a:moveTo>
                    <a:pt x="330" y="434"/>
                  </a:moveTo>
                  <a:lnTo>
                    <a:pt x="330" y="218"/>
                  </a:lnTo>
                  <a:lnTo>
                    <a:pt x="0" y="0"/>
                  </a:lnTo>
                  <a:lnTo>
                    <a:pt x="0" y="434"/>
                  </a:lnTo>
                </a:path>
              </a:pathLst>
            </a:custGeom>
            <a:noFill/>
            <a:ln w="38100" cap="rnd">
              <a:solidFill>
                <a:srgbClr val="3164AB"/>
              </a:solidFill>
              <a:round/>
              <a:headEnd/>
              <a:tailE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23728" name="Freeform 213"/>
            <p:cNvSpPr>
              <a:spLocks/>
            </p:cNvSpPr>
            <p:nvPr/>
          </p:nvSpPr>
          <p:spPr bwMode="auto">
            <a:xfrm flipV="1">
              <a:off x="4527" y="1547"/>
              <a:ext cx="294" cy="143"/>
            </a:xfrm>
            <a:custGeom>
              <a:avLst/>
              <a:gdLst>
                <a:gd name="T0" fmla="*/ 1 w 294"/>
                <a:gd name="T1" fmla="*/ 3 h 284"/>
                <a:gd name="T2" fmla="*/ 0 w 294"/>
                <a:gd name="T3" fmla="*/ 0 h 284"/>
                <a:gd name="T4" fmla="*/ 294 w 294"/>
                <a:gd name="T5" fmla="*/ 0 h 284"/>
                <a:gd name="T6" fmla="*/ 293 w 294"/>
                <a:gd name="T7" fmla="*/ 3 h 28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94"/>
                <a:gd name="T13" fmla="*/ 0 h 284"/>
                <a:gd name="T14" fmla="*/ 294 w 294"/>
                <a:gd name="T15" fmla="*/ 284 h 28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94" h="284">
                  <a:moveTo>
                    <a:pt x="1" y="284"/>
                  </a:moveTo>
                  <a:lnTo>
                    <a:pt x="0" y="0"/>
                  </a:lnTo>
                  <a:lnTo>
                    <a:pt x="294" y="0"/>
                  </a:lnTo>
                  <a:lnTo>
                    <a:pt x="293" y="284"/>
                  </a:lnTo>
                </a:path>
              </a:pathLst>
            </a:custGeom>
            <a:noFill/>
            <a:ln w="38100" cap="rnd">
              <a:solidFill>
                <a:srgbClr val="660066"/>
              </a:solidFill>
              <a:round/>
              <a:headEnd/>
              <a:tailEnd/>
            </a:ln>
          </p:spPr>
          <p:txBody>
            <a:bodyPr/>
            <a:lstStyle/>
            <a:p>
              <a:endParaRPr lang="es-ES"/>
            </a:p>
          </p:txBody>
        </p:sp>
      </p:grpSp>
      <p:sp>
        <p:nvSpPr>
          <p:cNvPr id="23560" name="Text Box 214"/>
          <p:cNvSpPr txBox="1">
            <a:spLocks noChangeArrowheads="1"/>
          </p:cNvSpPr>
          <p:nvPr/>
        </p:nvSpPr>
        <p:spPr bwMode="auto">
          <a:xfrm>
            <a:off x="1770063" y="711200"/>
            <a:ext cx="6229350" cy="4762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lnSpc>
                <a:spcPct val="105000"/>
              </a:lnSpc>
              <a:spcAft>
                <a:spcPct val="25000"/>
              </a:spcAft>
              <a:buFont typeface="Wingdings" pitchFamily="2" charset="2"/>
              <a:buNone/>
            </a:pPr>
            <a:r>
              <a:rPr lang="en-US" sz="2400" b="0">
                <a:solidFill>
                  <a:schemeClr val="tx1"/>
                </a:solidFill>
              </a:rPr>
              <a:t>Can we obtain v</a:t>
            </a:r>
            <a:r>
              <a:rPr lang="en-US" sz="2400" b="0" baseline="-25000">
                <a:solidFill>
                  <a:schemeClr val="tx1"/>
                </a:solidFill>
              </a:rPr>
              <a:t>O</a:t>
            </a:r>
            <a:r>
              <a:rPr lang="en-US" sz="2400" b="0">
                <a:solidFill>
                  <a:schemeClr val="tx1"/>
                </a:solidFill>
              </a:rPr>
              <a:t> &gt; v</a:t>
            </a:r>
            <a:r>
              <a:rPr lang="en-US" sz="2400" b="0" baseline="-25000">
                <a:solidFill>
                  <a:schemeClr val="tx1"/>
                </a:solidFill>
              </a:rPr>
              <a:t>g</a:t>
            </a:r>
            <a:r>
              <a:rPr lang="en-US" sz="2400" b="0">
                <a:solidFill>
                  <a:schemeClr val="tx1"/>
                </a:solidFill>
              </a:rPr>
              <a:t>? </a:t>
            </a:r>
            <a:r>
              <a:rPr lang="en-US" sz="2400" b="0">
                <a:solidFill>
                  <a:schemeClr val="tx1"/>
                </a:solidFill>
                <a:latin typeface="Symbol" pitchFamily="18" charset="2"/>
              </a:rPr>
              <a:t>Þ</a:t>
            </a:r>
            <a:r>
              <a:rPr lang="en-US" sz="2400" b="0">
                <a:solidFill>
                  <a:schemeClr val="tx1"/>
                </a:solidFill>
              </a:rPr>
              <a:t> </a:t>
            </a:r>
            <a:r>
              <a:rPr lang="en-GB" sz="2400">
                <a:solidFill>
                  <a:schemeClr val="tx1"/>
                </a:solidFill>
              </a:rPr>
              <a:t>Boost converter</a:t>
            </a:r>
            <a:r>
              <a:rPr lang="en-GB" sz="2400" b="0">
                <a:solidFill>
                  <a:schemeClr val="tx1"/>
                </a:solidFill>
              </a:rPr>
              <a:t> </a:t>
            </a:r>
            <a:endParaRPr lang="en-US" sz="2400" b="0">
              <a:solidFill>
                <a:schemeClr val="tx1"/>
              </a:solidFill>
            </a:endParaRPr>
          </a:p>
        </p:txBody>
      </p:sp>
      <p:grpSp>
        <p:nvGrpSpPr>
          <p:cNvPr id="8" name="Group 402"/>
          <p:cNvGrpSpPr>
            <a:grpSpLocks/>
          </p:cNvGrpSpPr>
          <p:nvPr/>
        </p:nvGrpSpPr>
        <p:grpSpPr bwMode="auto">
          <a:xfrm>
            <a:off x="292100" y="3224213"/>
            <a:ext cx="3398838" cy="1541462"/>
            <a:chOff x="184" y="2031"/>
            <a:chExt cx="2141" cy="971"/>
          </a:xfrm>
        </p:grpSpPr>
        <p:grpSp>
          <p:nvGrpSpPr>
            <p:cNvPr id="9" name="Group 392"/>
            <p:cNvGrpSpPr>
              <a:grpSpLocks/>
            </p:cNvGrpSpPr>
            <p:nvPr/>
          </p:nvGrpSpPr>
          <p:grpSpPr bwMode="auto">
            <a:xfrm>
              <a:off x="184" y="2174"/>
              <a:ext cx="1140" cy="828"/>
              <a:chOff x="64" y="2174"/>
              <a:chExt cx="1140" cy="828"/>
            </a:xfrm>
          </p:grpSpPr>
          <p:sp>
            <p:nvSpPr>
              <p:cNvPr id="23723" name="AutoShape 268"/>
              <p:cNvSpPr>
                <a:spLocks noChangeArrowheads="1"/>
              </p:cNvSpPr>
              <p:nvPr/>
            </p:nvSpPr>
            <p:spPr bwMode="auto">
              <a:xfrm flipH="1">
                <a:off x="96" y="2174"/>
                <a:ext cx="1108" cy="828"/>
              </a:xfrm>
              <a:prstGeom prst="leftArrow">
                <a:avLst>
                  <a:gd name="adj1" fmla="val 50000"/>
                  <a:gd name="adj2" fmla="val 33454"/>
                </a:avLst>
              </a:prstGeom>
              <a:solidFill>
                <a:srgbClr val="FFC000"/>
              </a:solidFill>
              <a:ln w="9525" algn="ctr">
                <a:solidFill>
                  <a:srgbClr val="7373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23724" name="Rectangle 269"/>
              <p:cNvSpPr>
                <a:spLocks noChangeArrowheads="1"/>
              </p:cNvSpPr>
              <p:nvPr/>
            </p:nvSpPr>
            <p:spPr bwMode="auto">
              <a:xfrm>
                <a:off x="64" y="2363"/>
                <a:ext cx="1134" cy="442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/>
                <a:r>
                  <a:rPr lang="en-GB">
                    <a:solidFill>
                      <a:srgbClr val="737300"/>
                    </a:solidFill>
                  </a:rPr>
                  <a:t>S on, D off,</a:t>
                </a:r>
              </a:p>
              <a:p>
                <a:pPr algn="ctr"/>
                <a:r>
                  <a:rPr lang="en-GB">
                    <a:solidFill>
                      <a:srgbClr val="737300"/>
                    </a:solidFill>
                  </a:rPr>
                  <a:t>during dT</a:t>
                </a:r>
                <a:endParaRPr lang="en-US">
                  <a:solidFill>
                    <a:srgbClr val="737300"/>
                  </a:solidFill>
                </a:endParaRPr>
              </a:p>
            </p:txBody>
          </p:sp>
        </p:grpSp>
        <p:grpSp>
          <p:nvGrpSpPr>
            <p:cNvPr id="10" name="Group 398"/>
            <p:cNvGrpSpPr>
              <a:grpSpLocks/>
            </p:cNvGrpSpPr>
            <p:nvPr/>
          </p:nvGrpSpPr>
          <p:grpSpPr bwMode="auto">
            <a:xfrm>
              <a:off x="1432" y="2031"/>
              <a:ext cx="893" cy="954"/>
              <a:chOff x="1208" y="2031"/>
              <a:chExt cx="893" cy="954"/>
            </a:xfrm>
          </p:grpSpPr>
          <p:grpSp>
            <p:nvGrpSpPr>
              <p:cNvPr id="11" name="Group 397"/>
              <p:cNvGrpSpPr>
                <a:grpSpLocks/>
              </p:cNvGrpSpPr>
              <p:nvPr/>
            </p:nvGrpSpPr>
            <p:grpSpPr bwMode="auto">
              <a:xfrm>
                <a:off x="1208" y="2090"/>
                <a:ext cx="893" cy="895"/>
                <a:chOff x="1208" y="2090"/>
                <a:chExt cx="893" cy="895"/>
              </a:xfrm>
            </p:grpSpPr>
            <p:sp>
              <p:nvSpPr>
                <p:cNvPr id="23702" name="Text Box 272"/>
                <p:cNvSpPr txBox="1">
                  <a:spLocks noChangeArrowheads="1"/>
                </p:cNvSpPr>
                <p:nvPr/>
              </p:nvSpPr>
              <p:spPr bwMode="auto">
                <a:xfrm>
                  <a:off x="1388" y="2090"/>
                  <a:ext cx="242" cy="23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algn="l"/>
                  <a:r>
                    <a:rPr lang="en-GB" sz="1800">
                      <a:solidFill>
                        <a:schemeClr val="tx1"/>
                      </a:solidFill>
                    </a:rPr>
                    <a:t>i</a:t>
                  </a:r>
                  <a:r>
                    <a:rPr lang="en-GB" sz="1800" baseline="-25000">
                      <a:solidFill>
                        <a:schemeClr val="tx1"/>
                      </a:solidFill>
                    </a:rPr>
                    <a:t>L</a:t>
                  </a:r>
                </a:p>
              </p:txBody>
            </p:sp>
            <p:sp>
              <p:nvSpPr>
                <p:cNvPr id="23703" name="Line 273"/>
                <p:cNvSpPr>
                  <a:spLocks noChangeShapeType="1"/>
                </p:cNvSpPr>
                <p:nvPr/>
              </p:nvSpPr>
              <p:spPr bwMode="auto">
                <a:xfrm rot="10800000">
                  <a:off x="1361" y="2984"/>
                  <a:ext cx="740" cy="0"/>
                </a:xfrm>
                <a:prstGeom prst="line">
                  <a:avLst/>
                </a:prstGeom>
                <a:noFill/>
                <a:ln w="1905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704" name="Line 274"/>
                <p:cNvSpPr>
                  <a:spLocks noChangeShapeType="1"/>
                </p:cNvSpPr>
                <p:nvPr/>
              </p:nvSpPr>
              <p:spPr bwMode="auto">
                <a:xfrm rot="10800000">
                  <a:off x="1362" y="2372"/>
                  <a:ext cx="258" cy="0"/>
                </a:xfrm>
                <a:prstGeom prst="line">
                  <a:avLst/>
                </a:prstGeom>
                <a:noFill/>
                <a:ln w="1905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705" name="Text Box 276"/>
                <p:cNvSpPr txBox="1">
                  <a:spLocks noChangeArrowheads="1"/>
                </p:cNvSpPr>
                <p:nvPr/>
              </p:nvSpPr>
              <p:spPr bwMode="auto">
                <a:xfrm>
                  <a:off x="1407" y="2630"/>
                  <a:ext cx="317" cy="23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algn="l"/>
                  <a:r>
                    <a:rPr lang="en-GB" sz="1800">
                      <a:solidFill>
                        <a:schemeClr val="tx1"/>
                      </a:solidFill>
                    </a:rPr>
                    <a:t>v</a:t>
                  </a:r>
                  <a:r>
                    <a:rPr lang="en-GB" sz="1800" baseline="-25000">
                      <a:solidFill>
                        <a:schemeClr val="tx1"/>
                      </a:solidFill>
                    </a:rPr>
                    <a:t>g</a:t>
                  </a:r>
                </a:p>
              </p:txBody>
            </p:sp>
            <p:grpSp>
              <p:nvGrpSpPr>
                <p:cNvPr id="12" name="Group 289"/>
                <p:cNvGrpSpPr>
                  <a:grpSpLocks/>
                </p:cNvGrpSpPr>
                <p:nvPr/>
              </p:nvGrpSpPr>
              <p:grpSpPr bwMode="auto">
                <a:xfrm>
                  <a:off x="1208" y="2647"/>
                  <a:ext cx="314" cy="81"/>
                  <a:chOff x="962" y="1273"/>
                  <a:chExt cx="314" cy="81"/>
                </a:xfrm>
              </p:grpSpPr>
              <p:sp>
                <p:nvSpPr>
                  <p:cNvPr id="23721" name="Rectangle 290"/>
                  <p:cNvSpPr>
                    <a:spLocks noChangeArrowheads="1"/>
                  </p:cNvSpPr>
                  <p:nvPr/>
                </p:nvSpPr>
                <p:spPr bwMode="auto">
                  <a:xfrm>
                    <a:off x="1053" y="1314"/>
                    <a:ext cx="132" cy="40"/>
                  </a:xfrm>
                  <a:prstGeom prst="rect">
                    <a:avLst/>
                  </a:prstGeom>
                  <a:solidFill>
                    <a:srgbClr val="FF0000"/>
                  </a:solidFill>
                  <a:ln w="19050">
                    <a:solidFill>
                      <a:srgbClr val="FF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s-ES"/>
                  </a:p>
                </p:txBody>
              </p:sp>
              <p:sp>
                <p:nvSpPr>
                  <p:cNvPr id="23722" name="Line 291"/>
                  <p:cNvSpPr>
                    <a:spLocks noChangeShapeType="1"/>
                  </p:cNvSpPr>
                  <p:nvPr/>
                </p:nvSpPr>
                <p:spPr bwMode="auto">
                  <a:xfrm rot="10800000">
                    <a:off x="962" y="1273"/>
                    <a:ext cx="314" cy="0"/>
                  </a:xfrm>
                  <a:prstGeom prst="line">
                    <a:avLst/>
                  </a:prstGeom>
                  <a:noFill/>
                  <a:ln w="19050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sp>
              <p:nvSpPr>
                <p:cNvPr id="23707" name="Line 292"/>
                <p:cNvSpPr>
                  <a:spLocks noChangeShapeType="1"/>
                </p:cNvSpPr>
                <p:nvPr/>
              </p:nvSpPr>
              <p:spPr bwMode="auto">
                <a:xfrm rot="5400000">
                  <a:off x="1228" y="2511"/>
                  <a:ext cx="273" cy="0"/>
                </a:xfrm>
                <a:prstGeom prst="line">
                  <a:avLst/>
                </a:prstGeom>
                <a:noFill/>
                <a:ln w="1905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708" name="Line 293"/>
                <p:cNvSpPr>
                  <a:spLocks noChangeShapeType="1"/>
                </p:cNvSpPr>
                <p:nvPr/>
              </p:nvSpPr>
              <p:spPr bwMode="auto">
                <a:xfrm rot="5400000">
                  <a:off x="1229" y="2850"/>
                  <a:ext cx="270" cy="0"/>
                </a:xfrm>
                <a:prstGeom prst="line">
                  <a:avLst/>
                </a:prstGeom>
                <a:noFill/>
                <a:ln w="1905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709" name="Line 296"/>
                <p:cNvSpPr>
                  <a:spLocks noChangeShapeType="1"/>
                </p:cNvSpPr>
                <p:nvPr/>
              </p:nvSpPr>
              <p:spPr bwMode="auto">
                <a:xfrm>
                  <a:off x="2099" y="2375"/>
                  <a:ext cx="0" cy="605"/>
                </a:xfrm>
                <a:prstGeom prst="line">
                  <a:avLst/>
                </a:prstGeom>
                <a:noFill/>
                <a:ln w="1905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grpSp>
              <p:nvGrpSpPr>
                <p:cNvPr id="13" name="Group 300"/>
                <p:cNvGrpSpPr>
                  <a:grpSpLocks/>
                </p:cNvGrpSpPr>
                <p:nvPr/>
              </p:nvGrpSpPr>
              <p:grpSpPr bwMode="auto">
                <a:xfrm>
                  <a:off x="1627" y="2307"/>
                  <a:ext cx="304" cy="119"/>
                  <a:chOff x="1793" y="897"/>
                  <a:chExt cx="304" cy="119"/>
                </a:xfrm>
              </p:grpSpPr>
              <p:sp>
                <p:nvSpPr>
                  <p:cNvPr id="23714" name="Arc 301"/>
                  <p:cNvSpPr>
                    <a:spLocks/>
                  </p:cNvSpPr>
                  <p:nvPr/>
                </p:nvSpPr>
                <p:spPr bwMode="auto">
                  <a:xfrm rot="5400000" flipH="1">
                    <a:off x="1876" y="884"/>
                    <a:ext cx="74" cy="101"/>
                  </a:xfrm>
                  <a:custGeom>
                    <a:avLst/>
                    <a:gdLst>
                      <a:gd name="T0" fmla="*/ 0 w 21600"/>
                      <a:gd name="T1" fmla="*/ 0 h 43099"/>
                      <a:gd name="T2" fmla="*/ 0 w 21600"/>
                      <a:gd name="T3" fmla="*/ 0 h 43099"/>
                      <a:gd name="T4" fmla="*/ 0 w 21600"/>
                      <a:gd name="T5" fmla="*/ 0 h 43099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43099"/>
                      <a:gd name="T11" fmla="*/ 21600 w 21600"/>
                      <a:gd name="T12" fmla="*/ 43099 h 43099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43099" fill="none" extrusionOk="0">
                        <a:moveTo>
                          <a:pt x="1802" y="0"/>
                        </a:moveTo>
                        <a:cubicBezTo>
                          <a:pt x="12994" y="937"/>
                          <a:pt x="21600" y="10294"/>
                          <a:pt x="21600" y="21525"/>
                        </a:cubicBezTo>
                        <a:cubicBezTo>
                          <a:pt x="21600" y="33043"/>
                          <a:pt x="12561" y="42535"/>
                          <a:pt x="1057" y="43099"/>
                        </a:cubicBezTo>
                      </a:path>
                      <a:path w="21600" h="43099" stroke="0" extrusionOk="0">
                        <a:moveTo>
                          <a:pt x="1802" y="0"/>
                        </a:moveTo>
                        <a:cubicBezTo>
                          <a:pt x="12994" y="937"/>
                          <a:pt x="21600" y="10294"/>
                          <a:pt x="21600" y="21525"/>
                        </a:cubicBezTo>
                        <a:cubicBezTo>
                          <a:pt x="21600" y="33043"/>
                          <a:pt x="12561" y="42535"/>
                          <a:pt x="1057" y="43099"/>
                        </a:cubicBezTo>
                        <a:lnTo>
                          <a:pt x="0" y="21525"/>
                        </a:lnTo>
                        <a:close/>
                      </a:path>
                    </a:pathLst>
                  </a:custGeom>
                  <a:noFill/>
                  <a:ln w="19050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s-ES"/>
                  </a:p>
                </p:txBody>
              </p:sp>
              <p:sp>
                <p:nvSpPr>
                  <p:cNvPr id="23715" name="Arc 302"/>
                  <p:cNvSpPr>
                    <a:spLocks/>
                  </p:cNvSpPr>
                  <p:nvPr/>
                </p:nvSpPr>
                <p:spPr bwMode="auto">
                  <a:xfrm rot="5400000">
                    <a:off x="1855" y="974"/>
                    <a:ext cx="49" cy="33"/>
                  </a:xfrm>
                  <a:custGeom>
                    <a:avLst/>
                    <a:gdLst>
                      <a:gd name="T0" fmla="*/ 0 w 21600"/>
                      <a:gd name="T1" fmla="*/ 0 h 43174"/>
                      <a:gd name="T2" fmla="*/ 0 w 21600"/>
                      <a:gd name="T3" fmla="*/ 0 h 43174"/>
                      <a:gd name="T4" fmla="*/ 0 w 21600"/>
                      <a:gd name="T5" fmla="*/ 0 h 43174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43174"/>
                      <a:gd name="T11" fmla="*/ 21600 w 21600"/>
                      <a:gd name="T12" fmla="*/ 43174 h 43174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43174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cubicBezTo>
                          <a:pt x="21600" y="33118"/>
                          <a:pt x="12561" y="42610"/>
                          <a:pt x="1057" y="43174"/>
                        </a:cubicBezTo>
                      </a:path>
                      <a:path w="21600" h="43174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cubicBezTo>
                          <a:pt x="21600" y="33118"/>
                          <a:pt x="12561" y="42610"/>
                          <a:pt x="1057" y="43174"/>
                        </a:cubicBezTo>
                        <a:lnTo>
                          <a:pt x="0" y="21600"/>
                        </a:lnTo>
                        <a:close/>
                      </a:path>
                    </a:pathLst>
                  </a:custGeom>
                  <a:noFill/>
                  <a:ln w="19050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s-ES"/>
                  </a:p>
                </p:txBody>
              </p:sp>
              <p:sp>
                <p:nvSpPr>
                  <p:cNvPr id="23716" name="Arc 303"/>
                  <p:cNvSpPr>
                    <a:spLocks/>
                  </p:cNvSpPr>
                  <p:nvPr/>
                </p:nvSpPr>
                <p:spPr bwMode="auto">
                  <a:xfrm rot="5400000" flipH="1">
                    <a:off x="1801" y="889"/>
                    <a:ext cx="88" cy="103"/>
                  </a:xfrm>
                  <a:custGeom>
                    <a:avLst/>
                    <a:gdLst>
                      <a:gd name="T0" fmla="*/ 0 w 21600"/>
                      <a:gd name="T1" fmla="*/ 0 h 42611"/>
                      <a:gd name="T2" fmla="*/ 0 w 21600"/>
                      <a:gd name="T3" fmla="*/ 0 h 42611"/>
                      <a:gd name="T4" fmla="*/ 0 w 21600"/>
                      <a:gd name="T5" fmla="*/ 0 h 42611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42611"/>
                      <a:gd name="T11" fmla="*/ 21600 w 21600"/>
                      <a:gd name="T12" fmla="*/ 42611 h 42611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42611" fill="none" extrusionOk="0">
                        <a:moveTo>
                          <a:pt x="3562" y="-1"/>
                        </a:moveTo>
                        <a:cubicBezTo>
                          <a:pt x="13972" y="1740"/>
                          <a:pt x="21600" y="10749"/>
                          <a:pt x="21600" y="21304"/>
                        </a:cubicBezTo>
                        <a:cubicBezTo>
                          <a:pt x="21600" y="31864"/>
                          <a:pt x="13963" y="40877"/>
                          <a:pt x="3545" y="42610"/>
                        </a:cubicBezTo>
                      </a:path>
                      <a:path w="21600" h="42611" stroke="0" extrusionOk="0">
                        <a:moveTo>
                          <a:pt x="3562" y="-1"/>
                        </a:moveTo>
                        <a:cubicBezTo>
                          <a:pt x="13972" y="1740"/>
                          <a:pt x="21600" y="10749"/>
                          <a:pt x="21600" y="21304"/>
                        </a:cubicBezTo>
                        <a:cubicBezTo>
                          <a:pt x="21600" y="31864"/>
                          <a:pt x="13963" y="40877"/>
                          <a:pt x="3545" y="42610"/>
                        </a:cubicBezTo>
                        <a:lnTo>
                          <a:pt x="0" y="21304"/>
                        </a:lnTo>
                        <a:close/>
                      </a:path>
                    </a:pathLst>
                  </a:custGeom>
                  <a:noFill/>
                  <a:ln w="19050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s-ES"/>
                  </a:p>
                </p:txBody>
              </p:sp>
              <p:sp>
                <p:nvSpPr>
                  <p:cNvPr id="23717" name="Arc 304"/>
                  <p:cNvSpPr>
                    <a:spLocks/>
                  </p:cNvSpPr>
                  <p:nvPr/>
                </p:nvSpPr>
                <p:spPr bwMode="auto">
                  <a:xfrm rot="5400000">
                    <a:off x="1922" y="973"/>
                    <a:ext cx="49" cy="33"/>
                  </a:xfrm>
                  <a:custGeom>
                    <a:avLst/>
                    <a:gdLst>
                      <a:gd name="T0" fmla="*/ 0 w 21600"/>
                      <a:gd name="T1" fmla="*/ 0 h 43174"/>
                      <a:gd name="T2" fmla="*/ 0 w 21600"/>
                      <a:gd name="T3" fmla="*/ 0 h 43174"/>
                      <a:gd name="T4" fmla="*/ 0 w 21600"/>
                      <a:gd name="T5" fmla="*/ 0 h 43174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43174"/>
                      <a:gd name="T11" fmla="*/ 21600 w 21600"/>
                      <a:gd name="T12" fmla="*/ 43174 h 43174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43174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cubicBezTo>
                          <a:pt x="21600" y="33118"/>
                          <a:pt x="12561" y="42610"/>
                          <a:pt x="1057" y="43174"/>
                        </a:cubicBezTo>
                      </a:path>
                      <a:path w="21600" h="43174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cubicBezTo>
                          <a:pt x="21600" y="33118"/>
                          <a:pt x="12561" y="42610"/>
                          <a:pt x="1057" y="43174"/>
                        </a:cubicBezTo>
                        <a:lnTo>
                          <a:pt x="0" y="21600"/>
                        </a:lnTo>
                        <a:close/>
                      </a:path>
                    </a:pathLst>
                  </a:custGeom>
                  <a:noFill/>
                  <a:ln w="19050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s-ES"/>
                  </a:p>
                </p:txBody>
              </p:sp>
              <p:sp>
                <p:nvSpPr>
                  <p:cNvPr id="23718" name="Arc 305"/>
                  <p:cNvSpPr>
                    <a:spLocks/>
                  </p:cNvSpPr>
                  <p:nvPr/>
                </p:nvSpPr>
                <p:spPr bwMode="auto">
                  <a:xfrm rot="5400000" flipH="1">
                    <a:off x="1943" y="885"/>
                    <a:ext cx="74" cy="101"/>
                  </a:xfrm>
                  <a:custGeom>
                    <a:avLst/>
                    <a:gdLst>
                      <a:gd name="T0" fmla="*/ 0 w 21600"/>
                      <a:gd name="T1" fmla="*/ 0 h 43099"/>
                      <a:gd name="T2" fmla="*/ 0 w 21600"/>
                      <a:gd name="T3" fmla="*/ 0 h 43099"/>
                      <a:gd name="T4" fmla="*/ 0 w 21600"/>
                      <a:gd name="T5" fmla="*/ 0 h 43099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43099"/>
                      <a:gd name="T11" fmla="*/ 21600 w 21600"/>
                      <a:gd name="T12" fmla="*/ 43099 h 43099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43099" fill="none" extrusionOk="0">
                        <a:moveTo>
                          <a:pt x="1802" y="0"/>
                        </a:moveTo>
                        <a:cubicBezTo>
                          <a:pt x="12994" y="937"/>
                          <a:pt x="21600" y="10294"/>
                          <a:pt x="21600" y="21525"/>
                        </a:cubicBezTo>
                        <a:cubicBezTo>
                          <a:pt x="21600" y="33043"/>
                          <a:pt x="12561" y="42535"/>
                          <a:pt x="1057" y="43099"/>
                        </a:cubicBezTo>
                      </a:path>
                      <a:path w="21600" h="43099" stroke="0" extrusionOk="0">
                        <a:moveTo>
                          <a:pt x="1802" y="0"/>
                        </a:moveTo>
                        <a:cubicBezTo>
                          <a:pt x="12994" y="937"/>
                          <a:pt x="21600" y="10294"/>
                          <a:pt x="21600" y="21525"/>
                        </a:cubicBezTo>
                        <a:cubicBezTo>
                          <a:pt x="21600" y="33043"/>
                          <a:pt x="12561" y="42535"/>
                          <a:pt x="1057" y="43099"/>
                        </a:cubicBezTo>
                        <a:lnTo>
                          <a:pt x="0" y="21525"/>
                        </a:lnTo>
                        <a:close/>
                      </a:path>
                    </a:pathLst>
                  </a:custGeom>
                  <a:noFill/>
                  <a:ln w="19050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s-ES"/>
                  </a:p>
                </p:txBody>
              </p:sp>
              <p:sp>
                <p:nvSpPr>
                  <p:cNvPr id="23719" name="Arc 306"/>
                  <p:cNvSpPr>
                    <a:spLocks/>
                  </p:cNvSpPr>
                  <p:nvPr/>
                </p:nvSpPr>
                <p:spPr bwMode="auto">
                  <a:xfrm rot="5400000">
                    <a:off x="1989" y="975"/>
                    <a:ext cx="49" cy="33"/>
                  </a:xfrm>
                  <a:custGeom>
                    <a:avLst/>
                    <a:gdLst>
                      <a:gd name="T0" fmla="*/ 0 w 21600"/>
                      <a:gd name="T1" fmla="*/ 0 h 43174"/>
                      <a:gd name="T2" fmla="*/ 0 w 21600"/>
                      <a:gd name="T3" fmla="*/ 0 h 43174"/>
                      <a:gd name="T4" fmla="*/ 0 w 21600"/>
                      <a:gd name="T5" fmla="*/ 0 h 43174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43174"/>
                      <a:gd name="T11" fmla="*/ 21600 w 21600"/>
                      <a:gd name="T12" fmla="*/ 43174 h 43174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43174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cubicBezTo>
                          <a:pt x="21600" y="33118"/>
                          <a:pt x="12561" y="42610"/>
                          <a:pt x="1057" y="43174"/>
                        </a:cubicBezTo>
                      </a:path>
                      <a:path w="21600" h="43174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cubicBezTo>
                          <a:pt x="21600" y="33118"/>
                          <a:pt x="12561" y="42610"/>
                          <a:pt x="1057" y="43174"/>
                        </a:cubicBezTo>
                        <a:lnTo>
                          <a:pt x="0" y="21600"/>
                        </a:lnTo>
                        <a:close/>
                      </a:path>
                    </a:pathLst>
                  </a:custGeom>
                  <a:noFill/>
                  <a:ln w="19050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s-ES"/>
                  </a:p>
                </p:txBody>
              </p:sp>
              <p:sp>
                <p:nvSpPr>
                  <p:cNvPr id="23720" name="Arc 307"/>
                  <p:cNvSpPr>
                    <a:spLocks/>
                  </p:cNvSpPr>
                  <p:nvPr/>
                </p:nvSpPr>
                <p:spPr bwMode="auto">
                  <a:xfrm rot="5400000" flipH="1">
                    <a:off x="2010" y="885"/>
                    <a:ext cx="74" cy="101"/>
                  </a:xfrm>
                  <a:custGeom>
                    <a:avLst/>
                    <a:gdLst>
                      <a:gd name="T0" fmla="*/ 0 w 21600"/>
                      <a:gd name="T1" fmla="*/ 0 h 43099"/>
                      <a:gd name="T2" fmla="*/ 0 w 21600"/>
                      <a:gd name="T3" fmla="*/ 0 h 43099"/>
                      <a:gd name="T4" fmla="*/ 0 w 21600"/>
                      <a:gd name="T5" fmla="*/ 0 h 43099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43099"/>
                      <a:gd name="T11" fmla="*/ 21600 w 21600"/>
                      <a:gd name="T12" fmla="*/ 43099 h 43099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43099" fill="none" extrusionOk="0">
                        <a:moveTo>
                          <a:pt x="1802" y="0"/>
                        </a:moveTo>
                        <a:cubicBezTo>
                          <a:pt x="12994" y="937"/>
                          <a:pt x="21600" y="10294"/>
                          <a:pt x="21600" y="21525"/>
                        </a:cubicBezTo>
                        <a:cubicBezTo>
                          <a:pt x="21600" y="33043"/>
                          <a:pt x="12561" y="42535"/>
                          <a:pt x="1057" y="43099"/>
                        </a:cubicBezTo>
                      </a:path>
                      <a:path w="21600" h="43099" stroke="0" extrusionOk="0">
                        <a:moveTo>
                          <a:pt x="1802" y="0"/>
                        </a:moveTo>
                        <a:cubicBezTo>
                          <a:pt x="12994" y="937"/>
                          <a:pt x="21600" y="10294"/>
                          <a:pt x="21600" y="21525"/>
                        </a:cubicBezTo>
                        <a:cubicBezTo>
                          <a:pt x="21600" y="33043"/>
                          <a:pt x="12561" y="42535"/>
                          <a:pt x="1057" y="43099"/>
                        </a:cubicBezTo>
                        <a:lnTo>
                          <a:pt x="0" y="21525"/>
                        </a:lnTo>
                        <a:close/>
                      </a:path>
                    </a:pathLst>
                  </a:custGeom>
                  <a:noFill/>
                  <a:ln w="19050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s-ES"/>
                  </a:p>
                </p:txBody>
              </p:sp>
            </p:grpSp>
            <p:sp>
              <p:nvSpPr>
                <p:cNvPr id="23711" name="Line 308"/>
                <p:cNvSpPr>
                  <a:spLocks noChangeShapeType="1"/>
                </p:cNvSpPr>
                <p:nvPr/>
              </p:nvSpPr>
              <p:spPr bwMode="auto">
                <a:xfrm rot="10800000">
                  <a:off x="1928" y="2375"/>
                  <a:ext cx="170" cy="0"/>
                </a:xfrm>
                <a:prstGeom prst="line">
                  <a:avLst/>
                </a:prstGeom>
                <a:noFill/>
                <a:ln w="1905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712" name="Text Box 310"/>
                <p:cNvSpPr txBox="1">
                  <a:spLocks noChangeArrowheads="1"/>
                </p:cNvSpPr>
                <p:nvPr/>
              </p:nvSpPr>
              <p:spPr bwMode="auto">
                <a:xfrm>
                  <a:off x="1767" y="2391"/>
                  <a:ext cx="196" cy="23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lang="en-GB" sz="1800" b="0">
                      <a:solidFill>
                        <a:schemeClr val="tx1"/>
                      </a:solidFill>
                    </a:rPr>
                    <a:t>L</a:t>
                  </a:r>
                  <a:endParaRPr lang="en-GB" sz="1800" b="0" baseline="-250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3713" name="Line 313"/>
                <p:cNvSpPr>
                  <a:spLocks noChangeShapeType="1"/>
                </p:cNvSpPr>
                <p:nvPr/>
              </p:nvSpPr>
              <p:spPr bwMode="auto">
                <a:xfrm>
                  <a:off x="1427" y="2328"/>
                  <a:ext cx="170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4" name="Group 314"/>
              <p:cNvGrpSpPr>
                <a:grpSpLocks/>
              </p:cNvGrpSpPr>
              <p:nvPr/>
            </p:nvGrpSpPr>
            <p:grpSpPr bwMode="auto">
              <a:xfrm>
                <a:off x="1530" y="2031"/>
                <a:ext cx="570" cy="255"/>
                <a:chOff x="3660" y="3479"/>
                <a:chExt cx="570" cy="255"/>
              </a:xfrm>
            </p:grpSpPr>
            <p:sp>
              <p:nvSpPr>
                <p:cNvPr id="23699" name="Text Box 315"/>
                <p:cNvSpPr txBox="1">
                  <a:spLocks noChangeArrowheads="1"/>
                </p:cNvSpPr>
                <p:nvPr/>
              </p:nvSpPr>
              <p:spPr bwMode="auto">
                <a:xfrm>
                  <a:off x="3799" y="3479"/>
                  <a:ext cx="316" cy="23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algn="ctr"/>
                  <a:r>
                    <a:rPr lang="en-GB" sz="1800">
                      <a:solidFill>
                        <a:schemeClr val="tx1"/>
                      </a:solidFill>
                    </a:rPr>
                    <a:t>v</a:t>
                  </a:r>
                  <a:r>
                    <a:rPr lang="en-GB" sz="1800" baseline="-25000">
                      <a:solidFill>
                        <a:schemeClr val="tx1"/>
                      </a:solidFill>
                    </a:rPr>
                    <a:t>L</a:t>
                  </a:r>
                </a:p>
              </p:txBody>
            </p:sp>
            <p:sp>
              <p:nvSpPr>
                <p:cNvPr id="23700" name="Text Box 316"/>
                <p:cNvSpPr txBox="1">
                  <a:spLocks noChangeArrowheads="1"/>
                </p:cNvSpPr>
                <p:nvPr/>
              </p:nvSpPr>
              <p:spPr bwMode="auto">
                <a:xfrm>
                  <a:off x="3660" y="3501"/>
                  <a:ext cx="236" cy="23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algn="ctr"/>
                  <a:r>
                    <a:rPr lang="en-GB" sz="1800" b="0">
                      <a:solidFill>
                        <a:schemeClr val="tx1"/>
                      </a:solidFill>
                    </a:rPr>
                    <a:t>+</a:t>
                  </a:r>
                  <a:endParaRPr lang="en-GB" sz="1800" b="0" baseline="-250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3701" name="Text Box 317"/>
                <p:cNvSpPr txBox="1">
                  <a:spLocks noChangeArrowheads="1"/>
                </p:cNvSpPr>
                <p:nvPr/>
              </p:nvSpPr>
              <p:spPr bwMode="auto">
                <a:xfrm>
                  <a:off x="3994" y="3503"/>
                  <a:ext cx="236" cy="23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algn="ctr"/>
                  <a:r>
                    <a:rPr lang="en-GB" sz="1800" b="0">
                      <a:solidFill>
                        <a:schemeClr val="tx1"/>
                      </a:solidFill>
                    </a:rPr>
                    <a:t>-</a:t>
                  </a:r>
                  <a:endParaRPr lang="en-GB" sz="1800" b="0" baseline="-25000">
                    <a:solidFill>
                      <a:schemeClr val="tx1"/>
                    </a:solidFill>
                  </a:endParaRPr>
                </a:p>
              </p:txBody>
            </p:sp>
          </p:grpSp>
        </p:grpSp>
      </p:grpSp>
      <p:grpSp>
        <p:nvGrpSpPr>
          <p:cNvPr id="15" name="Group 405"/>
          <p:cNvGrpSpPr>
            <a:grpSpLocks/>
          </p:cNvGrpSpPr>
          <p:nvPr/>
        </p:nvGrpSpPr>
        <p:grpSpPr bwMode="auto">
          <a:xfrm>
            <a:off x="187325" y="1090613"/>
            <a:ext cx="4391025" cy="2106612"/>
            <a:chOff x="118" y="687"/>
            <a:chExt cx="2766" cy="1327"/>
          </a:xfrm>
        </p:grpSpPr>
        <p:sp>
          <p:nvSpPr>
            <p:cNvPr id="23622" name="Rectangle 3"/>
            <p:cNvSpPr>
              <a:spLocks noChangeArrowheads="1"/>
            </p:cNvSpPr>
            <p:nvPr/>
          </p:nvSpPr>
          <p:spPr bwMode="auto">
            <a:xfrm>
              <a:off x="118" y="687"/>
              <a:ext cx="2080" cy="27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8" tIns="44450" rIns="90488" bIns="44450">
              <a:spAutoFit/>
            </a:bodyPr>
            <a:lstStyle/>
            <a:p>
              <a:pPr algn="just" defTabSz="762000" eaLnBrk="0" hangingPunct="0">
                <a:lnSpc>
                  <a:spcPct val="115000"/>
                </a:lnSpc>
                <a:spcAft>
                  <a:spcPct val="35000"/>
                </a:spcAft>
                <a:buSzPct val="150000"/>
                <a:buFont typeface="Wingdings" pitchFamily="2" charset="2"/>
                <a:buNone/>
              </a:pPr>
              <a:r>
                <a:rPr lang="en-US">
                  <a:solidFill>
                    <a:schemeClr val="tx1"/>
                  </a:solidFill>
                </a:rPr>
                <a:t>Step 1: Main waveforms</a:t>
              </a:r>
              <a:endParaRPr lang="en-US" b="0">
                <a:solidFill>
                  <a:srgbClr val="737300"/>
                </a:solidFill>
              </a:endParaRPr>
            </a:p>
          </p:txBody>
        </p:sp>
        <p:grpSp>
          <p:nvGrpSpPr>
            <p:cNvPr id="16" name="Group 404"/>
            <p:cNvGrpSpPr>
              <a:grpSpLocks/>
            </p:cNvGrpSpPr>
            <p:nvPr/>
          </p:nvGrpSpPr>
          <p:grpSpPr bwMode="auto">
            <a:xfrm>
              <a:off x="305" y="941"/>
              <a:ext cx="2579" cy="1073"/>
              <a:chOff x="305" y="941"/>
              <a:chExt cx="2579" cy="1073"/>
            </a:xfrm>
          </p:grpSpPr>
          <p:sp>
            <p:nvSpPr>
              <p:cNvPr id="23624" name="Line 319"/>
              <p:cNvSpPr>
                <a:spLocks noChangeShapeType="1"/>
              </p:cNvSpPr>
              <p:nvPr/>
            </p:nvSpPr>
            <p:spPr bwMode="auto">
              <a:xfrm rot="10800000">
                <a:off x="601" y="2012"/>
                <a:ext cx="1949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625" name="Line 320"/>
              <p:cNvSpPr>
                <a:spLocks noChangeShapeType="1"/>
              </p:cNvSpPr>
              <p:nvPr/>
            </p:nvSpPr>
            <p:spPr bwMode="auto">
              <a:xfrm rot="10800000" flipH="1">
                <a:off x="2091" y="1292"/>
                <a:ext cx="0" cy="322"/>
              </a:xfrm>
              <a:prstGeom prst="line">
                <a:avLst/>
              </a:prstGeom>
              <a:noFill/>
              <a:ln w="19050" cap="rnd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626" name="Line 321"/>
              <p:cNvSpPr>
                <a:spLocks noChangeShapeType="1"/>
              </p:cNvSpPr>
              <p:nvPr/>
            </p:nvSpPr>
            <p:spPr bwMode="auto">
              <a:xfrm>
                <a:off x="2091" y="1659"/>
                <a:ext cx="0" cy="355"/>
              </a:xfrm>
              <a:prstGeom prst="line">
                <a:avLst/>
              </a:prstGeom>
              <a:noFill/>
              <a:ln w="19050" cap="rnd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627" name="Text Box 322"/>
              <p:cNvSpPr txBox="1">
                <a:spLocks noChangeArrowheads="1"/>
              </p:cNvSpPr>
              <p:nvPr/>
            </p:nvSpPr>
            <p:spPr bwMode="auto">
              <a:xfrm>
                <a:off x="2060" y="1383"/>
                <a:ext cx="203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l"/>
                <a:r>
                  <a:rPr lang="es-ES" sz="1800">
                    <a:solidFill>
                      <a:schemeClr val="tx1"/>
                    </a:solidFill>
                  </a:rPr>
                  <a:t>+</a:t>
                </a:r>
                <a:endParaRPr lang="es-ES" sz="1800" baseline="-25000">
                  <a:solidFill>
                    <a:schemeClr val="tx1"/>
                  </a:solidFill>
                </a:endParaRPr>
              </a:p>
            </p:txBody>
          </p:sp>
          <p:sp>
            <p:nvSpPr>
              <p:cNvPr id="23628" name="Text Box 323"/>
              <p:cNvSpPr txBox="1">
                <a:spLocks noChangeArrowheads="1"/>
              </p:cNvSpPr>
              <p:nvPr/>
            </p:nvSpPr>
            <p:spPr bwMode="auto">
              <a:xfrm>
                <a:off x="2074" y="1625"/>
                <a:ext cx="176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l"/>
                <a:r>
                  <a:rPr lang="es-ES" sz="1800">
                    <a:solidFill>
                      <a:schemeClr val="tx1"/>
                    </a:solidFill>
                  </a:rPr>
                  <a:t>-</a:t>
                </a:r>
                <a:endParaRPr lang="es-ES" sz="1800" baseline="-2500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7" name="Group 324"/>
              <p:cNvGrpSpPr>
                <a:grpSpLocks/>
              </p:cNvGrpSpPr>
              <p:nvPr/>
            </p:nvGrpSpPr>
            <p:grpSpPr bwMode="auto">
              <a:xfrm>
                <a:off x="2004" y="1611"/>
                <a:ext cx="175" cy="49"/>
                <a:chOff x="3022" y="1322"/>
                <a:chExt cx="125" cy="35"/>
              </a:xfrm>
            </p:grpSpPr>
            <p:sp>
              <p:nvSpPr>
                <p:cNvPr id="23693" name="Line 325"/>
                <p:cNvSpPr>
                  <a:spLocks noChangeShapeType="1"/>
                </p:cNvSpPr>
                <p:nvPr/>
              </p:nvSpPr>
              <p:spPr bwMode="auto">
                <a:xfrm>
                  <a:off x="3022" y="1322"/>
                  <a:ext cx="125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694" name="Line 326"/>
                <p:cNvSpPr>
                  <a:spLocks noChangeShapeType="1"/>
                </p:cNvSpPr>
                <p:nvPr/>
              </p:nvSpPr>
              <p:spPr bwMode="auto">
                <a:xfrm>
                  <a:off x="3022" y="1357"/>
                  <a:ext cx="125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23630" name="Text Box 327"/>
              <p:cNvSpPr txBox="1">
                <a:spLocks noChangeArrowheads="1"/>
              </p:cNvSpPr>
              <p:nvPr/>
            </p:nvSpPr>
            <p:spPr bwMode="auto">
              <a:xfrm>
                <a:off x="1836" y="1603"/>
                <a:ext cx="260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lang="es-ES" sz="1800" b="0">
                    <a:solidFill>
                      <a:schemeClr val="tx1"/>
                    </a:solidFill>
                  </a:rPr>
                  <a:t>C </a:t>
                </a:r>
                <a:endParaRPr lang="es-ES" sz="1800" b="0" baseline="-25000">
                  <a:solidFill>
                    <a:schemeClr val="tx1"/>
                  </a:solidFill>
                </a:endParaRPr>
              </a:p>
            </p:txBody>
          </p:sp>
          <p:sp>
            <p:nvSpPr>
              <p:cNvPr id="23631" name="Line 328"/>
              <p:cNvSpPr>
                <a:spLocks noChangeShapeType="1"/>
              </p:cNvSpPr>
              <p:nvPr/>
            </p:nvSpPr>
            <p:spPr bwMode="auto">
              <a:xfrm>
                <a:off x="1731" y="1290"/>
                <a:ext cx="36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8" name="Group 329"/>
              <p:cNvGrpSpPr>
                <a:grpSpLocks/>
              </p:cNvGrpSpPr>
              <p:nvPr/>
            </p:nvGrpSpPr>
            <p:grpSpPr bwMode="auto">
              <a:xfrm>
                <a:off x="2499" y="1560"/>
                <a:ext cx="97" cy="170"/>
                <a:chOff x="5177" y="2146"/>
                <a:chExt cx="97" cy="170"/>
              </a:xfrm>
            </p:grpSpPr>
            <p:sp>
              <p:nvSpPr>
                <p:cNvPr id="23685" name="Line 330"/>
                <p:cNvSpPr>
                  <a:spLocks noChangeShapeType="1"/>
                </p:cNvSpPr>
                <p:nvPr/>
              </p:nvSpPr>
              <p:spPr bwMode="auto">
                <a:xfrm rot="16200000" flipH="1">
                  <a:off x="5238" y="2134"/>
                  <a:ext cx="24" cy="48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686" name="Line 331"/>
                <p:cNvSpPr>
                  <a:spLocks noChangeShapeType="1"/>
                </p:cNvSpPr>
                <p:nvPr/>
              </p:nvSpPr>
              <p:spPr bwMode="auto">
                <a:xfrm rot="-5400000">
                  <a:off x="5218" y="2132"/>
                  <a:ext cx="16" cy="91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687" name="Line 332"/>
                <p:cNvSpPr>
                  <a:spLocks noChangeShapeType="1"/>
                </p:cNvSpPr>
                <p:nvPr/>
              </p:nvSpPr>
              <p:spPr bwMode="auto">
                <a:xfrm rot="16200000" flipH="1">
                  <a:off x="5205" y="2160"/>
                  <a:ext cx="35" cy="91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grpSp>
              <p:nvGrpSpPr>
                <p:cNvPr id="19" name="Group 333"/>
                <p:cNvGrpSpPr>
                  <a:grpSpLocks/>
                </p:cNvGrpSpPr>
                <p:nvPr/>
              </p:nvGrpSpPr>
              <p:grpSpPr bwMode="auto">
                <a:xfrm rot="-5400000">
                  <a:off x="5201" y="2220"/>
                  <a:ext cx="50" cy="93"/>
                  <a:chOff x="2250" y="1869"/>
                  <a:chExt cx="87" cy="178"/>
                </a:xfrm>
              </p:grpSpPr>
              <p:sp>
                <p:nvSpPr>
                  <p:cNvPr id="23691" name="Line 334"/>
                  <p:cNvSpPr>
                    <a:spLocks noChangeShapeType="1"/>
                  </p:cNvSpPr>
                  <p:nvPr/>
                </p:nvSpPr>
                <p:spPr bwMode="auto">
                  <a:xfrm>
                    <a:off x="2250" y="1873"/>
                    <a:ext cx="27" cy="174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23692" name="Line 335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2276" y="1869"/>
                    <a:ext cx="61" cy="175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sp>
              <p:nvSpPr>
                <p:cNvPr id="23689" name="Line 336"/>
                <p:cNvSpPr>
                  <a:spLocks noChangeShapeType="1"/>
                </p:cNvSpPr>
                <p:nvPr/>
              </p:nvSpPr>
              <p:spPr bwMode="auto">
                <a:xfrm rot="-5400000">
                  <a:off x="5215" y="2185"/>
                  <a:ext cx="16" cy="91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690" name="Line 337"/>
                <p:cNvSpPr>
                  <a:spLocks noChangeShapeType="1"/>
                </p:cNvSpPr>
                <p:nvPr/>
              </p:nvSpPr>
              <p:spPr bwMode="auto">
                <a:xfrm rot="16200000" flipH="1">
                  <a:off x="5191" y="2282"/>
                  <a:ext cx="23" cy="4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23633" name="Line 338"/>
              <p:cNvSpPr>
                <a:spLocks noChangeShapeType="1"/>
              </p:cNvSpPr>
              <p:nvPr/>
            </p:nvSpPr>
            <p:spPr bwMode="auto">
              <a:xfrm>
                <a:off x="2546" y="1292"/>
                <a:ext cx="0" cy="27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634" name="Line 339"/>
              <p:cNvSpPr>
                <a:spLocks noChangeShapeType="1"/>
              </p:cNvSpPr>
              <p:nvPr/>
            </p:nvSpPr>
            <p:spPr bwMode="auto">
              <a:xfrm>
                <a:off x="2547" y="1731"/>
                <a:ext cx="0" cy="2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635" name="Line 340"/>
              <p:cNvSpPr>
                <a:spLocks noChangeShapeType="1"/>
              </p:cNvSpPr>
              <p:nvPr/>
            </p:nvSpPr>
            <p:spPr bwMode="auto">
              <a:xfrm>
                <a:off x="2075" y="1292"/>
                <a:ext cx="47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636" name="Line 341"/>
              <p:cNvSpPr>
                <a:spLocks noChangeShapeType="1"/>
              </p:cNvSpPr>
              <p:nvPr/>
            </p:nvSpPr>
            <p:spPr bwMode="auto">
              <a:xfrm rot="10800000">
                <a:off x="600" y="1290"/>
                <a:ext cx="3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637" name="Text Box 342"/>
              <p:cNvSpPr txBox="1">
                <a:spLocks noChangeArrowheads="1"/>
              </p:cNvSpPr>
              <p:nvPr/>
            </p:nvSpPr>
            <p:spPr bwMode="auto">
              <a:xfrm>
                <a:off x="305" y="1590"/>
                <a:ext cx="284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l"/>
                <a:r>
                  <a:rPr lang="es-ES" sz="1800">
                    <a:solidFill>
                      <a:schemeClr val="tx1"/>
                    </a:solidFill>
                  </a:rPr>
                  <a:t>v</a:t>
                </a:r>
                <a:r>
                  <a:rPr lang="es-ES" sz="1800" baseline="-25000">
                    <a:solidFill>
                      <a:schemeClr val="tx1"/>
                    </a:solidFill>
                  </a:rPr>
                  <a:t>g</a:t>
                </a:r>
              </a:p>
            </p:txBody>
          </p:sp>
          <p:grpSp>
            <p:nvGrpSpPr>
              <p:cNvPr id="20" name="Group 343"/>
              <p:cNvGrpSpPr>
                <a:grpSpLocks/>
              </p:cNvGrpSpPr>
              <p:nvPr/>
            </p:nvGrpSpPr>
            <p:grpSpPr bwMode="auto">
              <a:xfrm>
                <a:off x="1096" y="1532"/>
                <a:ext cx="348" cy="473"/>
                <a:chOff x="2212" y="1246"/>
                <a:chExt cx="348" cy="473"/>
              </a:xfrm>
            </p:grpSpPr>
            <p:sp>
              <p:nvSpPr>
                <p:cNvPr id="23677" name="Line 344"/>
                <p:cNvSpPr>
                  <a:spLocks noChangeShapeType="1"/>
                </p:cNvSpPr>
                <p:nvPr/>
              </p:nvSpPr>
              <p:spPr bwMode="auto">
                <a:xfrm rot="-5400000">
                  <a:off x="2492" y="1409"/>
                  <a:ext cx="0" cy="137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 type="triangle" w="med" len="med"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678" name="Freeform 345"/>
                <p:cNvSpPr>
                  <a:spLocks/>
                </p:cNvSpPr>
                <p:nvPr/>
              </p:nvSpPr>
              <p:spPr bwMode="auto">
                <a:xfrm flipV="1">
                  <a:off x="2419" y="1566"/>
                  <a:ext cx="140" cy="153"/>
                </a:xfrm>
                <a:custGeom>
                  <a:avLst/>
                  <a:gdLst>
                    <a:gd name="T0" fmla="*/ 0 w 244"/>
                    <a:gd name="T1" fmla="*/ 3 h 296"/>
                    <a:gd name="T2" fmla="*/ 5 w 244"/>
                    <a:gd name="T3" fmla="*/ 3 h 296"/>
                    <a:gd name="T4" fmla="*/ 5 w 244"/>
                    <a:gd name="T5" fmla="*/ 0 h 296"/>
                    <a:gd name="T6" fmla="*/ 0 60000 65536"/>
                    <a:gd name="T7" fmla="*/ 0 60000 65536"/>
                    <a:gd name="T8" fmla="*/ 0 60000 65536"/>
                    <a:gd name="T9" fmla="*/ 0 w 244"/>
                    <a:gd name="T10" fmla="*/ 0 h 296"/>
                    <a:gd name="T11" fmla="*/ 244 w 244"/>
                    <a:gd name="T12" fmla="*/ 296 h 29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44" h="296">
                      <a:moveTo>
                        <a:pt x="0" y="296"/>
                      </a:moveTo>
                      <a:lnTo>
                        <a:pt x="244" y="296"/>
                      </a:lnTo>
                      <a:lnTo>
                        <a:pt x="244" y="0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  <p:sp>
              <p:nvSpPr>
                <p:cNvPr id="23679" name="Line 346"/>
                <p:cNvSpPr>
                  <a:spLocks noChangeShapeType="1"/>
                </p:cNvSpPr>
                <p:nvPr/>
              </p:nvSpPr>
              <p:spPr bwMode="auto">
                <a:xfrm>
                  <a:off x="2417" y="1542"/>
                  <a:ext cx="0" cy="54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680" name="Freeform 347"/>
                <p:cNvSpPr>
                  <a:spLocks/>
                </p:cNvSpPr>
                <p:nvPr/>
              </p:nvSpPr>
              <p:spPr bwMode="auto">
                <a:xfrm>
                  <a:off x="2420" y="1246"/>
                  <a:ext cx="139" cy="163"/>
                </a:xfrm>
                <a:custGeom>
                  <a:avLst/>
                  <a:gdLst>
                    <a:gd name="T0" fmla="*/ 0 w 244"/>
                    <a:gd name="T1" fmla="*/ 4 h 296"/>
                    <a:gd name="T2" fmla="*/ 5 w 244"/>
                    <a:gd name="T3" fmla="*/ 4 h 296"/>
                    <a:gd name="T4" fmla="*/ 5 w 244"/>
                    <a:gd name="T5" fmla="*/ 0 h 296"/>
                    <a:gd name="T6" fmla="*/ 0 60000 65536"/>
                    <a:gd name="T7" fmla="*/ 0 60000 65536"/>
                    <a:gd name="T8" fmla="*/ 0 60000 65536"/>
                    <a:gd name="T9" fmla="*/ 0 w 244"/>
                    <a:gd name="T10" fmla="*/ 0 h 296"/>
                    <a:gd name="T11" fmla="*/ 244 w 244"/>
                    <a:gd name="T12" fmla="*/ 296 h 29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44" h="296">
                      <a:moveTo>
                        <a:pt x="0" y="296"/>
                      </a:moveTo>
                      <a:lnTo>
                        <a:pt x="244" y="296"/>
                      </a:lnTo>
                      <a:lnTo>
                        <a:pt x="244" y="0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  <p:sp>
              <p:nvSpPr>
                <p:cNvPr id="23681" name="Freeform 348"/>
                <p:cNvSpPr>
                  <a:spLocks/>
                </p:cNvSpPr>
                <p:nvPr/>
              </p:nvSpPr>
              <p:spPr bwMode="auto">
                <a:xfrm>
                  <a:off x="2212" y="1380"/>
                  <a:ext cx="160" cy="214"/>
                </a:xfrm>
                <a:custGeom>
                  <a:avLst/>
                  <a:gdLst>
                    <a:gd name="T0" fmla="*/ 1 w 372"/>
                    <a:gd name="T1" fmla="*/ 0 h 456"/>
                    <a:gd name="T2" fmla="*/ 1 w 372"/>
                    <a:gd name="T3" fmla="*/ 2 h 456"/>
                    <a:gd name="T4" fmla="*/ 0 w 372"/>
                    <a:gd name="T5" fmla="*/ 2 h 456"/>
                    <a:gd name="T6" fmla="*/ 0 60000 65536"/>
                    <a:gd name="T7" fmla="*/ 0 60000 65536"/>
                    <a:gd name="T8" fmla="*/ 0 60000 65536"/>
                    <a:gd name="T9" fmla="*/ 0 w 372"/>
                    <a:gd name="T10" fmla="*/ 0 h 456"/>
                    <a:gd name="T11" fmla="*/ 372 w 372"/>
                    <a:gd name="T12" fmla="*/ 456 h 45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372" h="456">
                      <a:moveTo>
                        <a:pt x="372" y="0"/>
                      </a:moveTo>
                      <a:lnTo>
                        <a:pt x="372" y="456"/>
                      </a:lnTo>
                      <a:lnTo>
                        <a:pt x="0" y="456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  <p:sp>
              <p:nvSpPr>
                <p:cNvPr id="23682" name="Line 349"/>
                <p:cNvSpPr>
                  <a:spLocks noChangeShapeType="1"/>
                </p:cNvSpPr>
                <p:nvPr/>
              </p:nvSpPr>
              <p:spPr bwMode="auto">
                <a:xfrm rot="10800000">
                  <a:off x="2559" y="1472"/>
                  <a:ext cx="0" cy="137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683" name="Line 350"/>
                <p:cNvSpPr>
                  <a:spLocks noChangeShapeType="1"/>
                </p:cNvSpPr>
                <p:nvPr/>
              </p:nvSpPr>
              <p:spPr bwMode="auto">
                <a:xfrm>
                  <a:off x="2417" y="1454"/>
                  <a:ext cx="0" cy="54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684" name="Line 351"/>
                <p:cNvSpPr>
                  <a:spLocks noChangeShapeType="1"/>
                </p:cNvSpPr>
                <p:nvPr/>
              </p:nvSpPr>
              <p:spPr bwMode="auto">
                <a:xfrm>
                  <a:off x="2417" y="1382"/>
                  <a:ext cx="0" cy="54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23639" name="Line 352"/>
              <p:cNvSpPr>
                <a:spLocks noChangeShapeType="1"/>
              </p:cNvSpPr>
              <p:nvPr/>
            </p:nvSpPr>
            <p:spPr bwMode="auto">
              <a:xfrm rot="5400000">
                <a:off x="1315" y="1410"/>
                <a:ext cx="255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21" name="Group 353"/>
              <p:cNvGrpSpPr>
                <a:grpSpLocks/>
              </p:cNvGrpSpPr>
              <p:nvPr/>
            </p:nvGrpSpPr>
            <p:grpSpPr bwMode="auto">
              <a:xfrm>
                <a:off x="1612" y="1230"/>
                <a:ext cx="110" cy="124"/>
                <a:chOff x="2726" y="2435"/>
                <a:chExt cx="110" cy="124"/>
              </a:xfrm>
            </p:grpSpPr>
            <p:sp>
              <p:nvSpPr>
                <p:cNvPr id="23675" name="AutoShape 354"/>
                <p:cNvSpPr>
                  <a:spLocks noChangeArrowheads="1"/>
                </p:cNvSpPr>
                <p:nvPr/>
              </p:nvSpPr>
              <p:spPr bwMode="auto">
                <a:xfrm rot="5400000">
                  <a:off x="2718" y="2447"/>
                  <a:ext cx="116" cy="100"/>
                </a:xfrm>
                <a:prstGeom prst="triangle">
                  <a:avLst>
                    <a:gd name="adj" fmla="val 50000"/>
                  </a:avLst>
                </a:prstGeom>
                <a:no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  <p:sp>
              <p:nvSpPr>
                <p:cNvPr id="23676" name="Line 355"/>
                <p:cNvSpPr>
                  <a:spLocks noChangeShapeType="1"/>
                </p:cNvSpPr>
                <p:nvPr/>
              </p:nvSpPr>
              <p:spPr bwMode="auto">
                <a:xfrm>
                  <a:off x="2836" y="2435"/>
                  <a:ext cx="0" cy="124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23641" name="Line 356"/>
              <p:cNvSpPr>
                <a:spLocks noChangeShapeType="1"/>
              </p:cNvSpPr>
              <p:nvPr/>
            </p:nvSpPr>
            <p:spPr bwMode="auto">
              <a:xfrm>
                <a:off x="1240" y="1254"/>
                <a:ext cx="168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642" name="Line 357"/>
              <p:cNvSpPr>
                <a:spLocks noChangeShapeType="1"/>
              </p:cNvSpPr>
              <p:nvPr/>
            </p:nvSpPr>
            <p:spPr bwMode="auto">
              <a:xfrm rot="5400000">
                <a:off x="1312" y="1555"/>
                <a:ext cx="168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643" name="Text Box 358"/>
              <p:cNvSpPr txBox="1">
                <a:spLocks noChangeArrowheads="1"/>
              </p:cNvSpPr>
              <p:nvPr/>
            </p:nvSpPr>
            <p:spPr bwMode="auto">
              <a:xfrm>
                <a:off x="1264" y="1011"/>
                <a:ext cx="286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l"/>
                <a:r>
                  <a:rPr lang="es-ES" sz="1800">
                    <a:solidFill>
                      <a:schemeClr val="tx1"/>
                    </a:solidFill>
                  </a:rPr>
                  <a:t>i</a:t>
                </a:r>
                <a:r>
                  <a:rPr lang="es-ES" sz="1800" baseline="-25000">
                    <a:solidFill>
                      <a:schemeClr val="tx1"/>
                    </a:solidFill>
                  </a:rPr>
                  <a:t>L</a:t>
                </a:r>
              </a:p>
            </p:txBody>
          </p:sp>
          <p:sp>
            <p:nvSpPr>
              <p:cNvPr id="23644" name="Text Box 359"/>
              <p:cNvSpPr txBox="1">
                <a:spLocks noChangeArrowheads="1"/>
              </p:cNvSpPr>
              <p:nvPr/>
            </p:nvSpPr>
            <p:spPr bwMode="auto">
              <a:xfrm>
                <a:off x="1198" y="1359"/>
                <a:ext cx="292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l"/>
                <a:r>
                  <a:rPr lang="es-ES" sz="1800">
                    <a:solidFill>
                      <a:schemeClr val="tx1"/>
                    </a:solidFill>
                  </a:rPr>
                  <a:t>i</a:t>
                </a:r>
                <a:r>
                  <a:rPr lang="es-ES" sz="1800" baseline="-25000">
                    <a:solidFill>
                      <a:schemeClr val="tx1"/>
                    </a:solidFill>
                  </a:rPr>
                  <a:t>S</a:t>
                </a:r>
              </a:p>
            </p:txBody>
          </p:sp>
          <p:sp>
            <p:nvSpPr>
              <p:cNvPr id="23645" name="Text Box 360"/>
              <p:cNvSpPr txBox="1">
                <a:spLocks noChangeArrowheads="1"/>
              </p:cNvSpPr>
              <p:nvPr/>
            </p:nvSpPr>
            <p:spPr bwMode="auto">
              <a:xfrm>
                <a:off x="957" y="1299"/>
                <a:ext cx="260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l"/>
                <a:r>
                  <a:rPr lang="en-US" sz="1800" b="0">
                    <a:solidFill>
                      <a:schemeClr val="tx1"/>
                    </a:solidFill>
                  </a:rPr>
                  <a:t>L</a:t>
                </a:r>
                <a:endParaRPr lang="en-US" sz="1800" b="0" baseline="-2500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22" name="Group 361"/>
              <p:cNvGrpSpPr>
                <a:grpSpLocks/>
              </p:cNvGrpSpPr>
              <p:nvPr/>
            </p:nvGrpSpPr>
            <p:grpSpPr bwMode="auto">
              <a:xfrm>
                <a:off x="898" y="1219"/>
                <a:ext cx="304" cy="119"/>
                <a:chOff x="1793" y="897"/>
                <a:chExt cx="304" cy="119"/>
              </a:xfrm>
            </p:grpSpPr>
            <p:sp>
              <p:nvSpPr>
                <p:cNvPr id="23668" name="Arc 362"/>
                <p:cNvSpPr>
                  <a:spLocks/>
                </p:cNvSpPr>
                <p:nvPr/>
              </p:nvSpPr>
              <p:spPr bwMode="auto">
                <a:xfrm rot="5400000" flipH="1">
                  <a:off x="1876" y="884"/>
                  <a:ext cx="74" cy="101"/>
                </a:xfrm>
                <a:custGeom>
                  <a:avLst/>
                  <a:gdLst>
                    <a:gd name="T0" fmla="*/ 0 w 21600"/>
                    <a:gd name="T1" fmla="*/ 0 h 43099"/>
                    <a:gd name="T2" fmla="*/ 0 w 21600"/>
                    <a:gd name="T3" fmla="*/ 0 h 43099"/>
                    <a:gd name="T4" fmla="*/ 0 w 21600"/>
                    <a:gd name="T5" fmla="*/ 0 h 43099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43099"/>
                    <a:gd name="T11" fmla="*/ 21600 w 21600"/>
                    <a:gd name="T12" fmla="*/ 43099 h 43099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43099" fill="none" extrusionOk="0">
                      <a:moveTo>
                        <a:pt x="1802" y="0"/>
                      </a:moveTo>
                      <a:cubicBezTo>
                        <a:pt x="12994" y="937"/>
                        <a:pt x="21600" y="10294"/>
                        <a:pt x="21600" y="21525"/>
                      </a:cubicBezTo>
                      <a:cubicBezTo>
                        <a:pt x="21600" y="33043"/>
                        <a:pt x="12561" y="42535"/>
                        <a:pt x="1057" y="43099"/>
                      </a:cubicBezTo>
                    </a:path>
                    <a:path w="21600" h="43099" stroke="0" extrusionOk="0">
                      <a:moveTo>
                        <a:pt x="1802" y="0"/>
                      </a:moveTo>
                      <a:cubicBezTo>
                        <a:pt x="12994" y="937"/>
                        <a:pt x="21600" y="10294"/>
                        <a:pt x="21600" y="21525"/>
                      </a:cubicBezTo>
                      <a:cubicBezTo>
                        <a:pt x="21600" y="33043"/>
                        <a:pt x="12561" y="42535"/>
                        <a:pt x="1057" y="43099"/>
                      </a:cubicBezTo>
                      <a:lnTo>
                        <a:pt x="0" y="21525"/>
                      </a:lnTo>
                      <a:close/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3669" name="Arc 363"/>
                <p:cNvSpPr>
                  <a:spLocks/>
                </p:cNvSpPr>
                <p:nvPr/>
              </p:nvSpPr>
              <p:spPr bwMode="auto">
                <a:xfrm rot="5400000">
                  <a:off x="1855" y="974"/>
                  <a:ext cx="49" cy="33"/>
                </a:xfrm>
                <a:custGeom>
                  <a:avLst/>
                  <a:gdLst>
                    <a:gd name="T0" fmla="*/ 0 w 21600"/>
                    <a:gd name="T1" fmla="*/ 0 h 43174"/>
                    <a:gd name="T2" fmla="*/ 0 w 21600"/>
                    <a:gd name="T3" fmla="*/ 0 h 43174"/>
                    <a:gd name="T4" fmla="*/ 0 w 21600"/>
                    <a:gd name="T5" fmla="*/ 0 h 43174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43174"/>
                    <a:gd name="T11" fmla="*/ 21600 w 21600"/>
                    <a:gd name="T12" fmla="*/ 43174 h 43174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43174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118"/>
                        <a:pt x="12561" y="42610"/>
                        <a:pt x="1057" y="43174"/>
                      </a:cubicBezTo>
                    </a:path>
                    <a:path w="21600" h="43174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118"/>
                        <a:pt x="12561" y="42610"/>
                        <a:pt x="1057" y="43174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3670" name="Arc 364"/>
                <p:cNvSpPr>
                  <a:spLocks/>
                </p:cNvSpPr>
                <p:nvPr/>
              </p:nvSpPr>
              <p:spPr bwMode="auto">
                <a:xfrm rot="5400000" flipH="1">
                  <a:off x="1801" y="889"/>
                  <a:ext cx="88" cy="103"/>
                </a:xfrm>
                <a:custGeom>
                  <a:avLst/>
                  <a:gdLst>
                    <a:gd name="T0" fmla="*/ 0 w 21600"/>
                    <a:gd name="T1" fmla="*/ 0 h 42611"/>
                    <a:gd name="T2" fmla="*/ 0 w 21600"/>
                    <a:gd name="T3" fmla="*/ 0 h 42611"/>
                    <a:gd name="T4" fmla="*/ 0 w 21600"/>
                    <a:gd name="T5" fmla="*/ 0 h 42611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42611"/>
                    <a:gd name="T11" fmla="*/ 21600 w 21600"/>
                    <a:gd name="T12" fmla="*/ 42611 h 42611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42611" fill="none" extrusionOk="0">
                      <a:moveTo>
                        <a:pt x="3562" y="-1"/>
                      </a:moveTo>
                      <a:cubicBezTo>
                        <a:pt x="13972" y="1740"/>
                        <a:pt x="21600" y="10749"/>
                        <a:pt x="21600" y="21304"/>
                      </a:cubicBezTo>
                      <a:cubicBezTo>
                        <a:pt x="21600" y="31864"/>
                        <a:pt x="13963" y="40877"/>
                        <a:pt x="3545" y="42610"/>
                      </a:cubicBezTo>
                    </a:path>
                    <a:path w="21600" h="42611" stroke="0" extrusionOk="0">
                      <a:moveTo>
                        <a:pt x="3562" y="-1"/>
                      </a:moveTo>
                      <a:cubicBezTo>
                        <a:pt x="13972" y="1740"/>
                        <a:pt x="21600" y="10749"/>
                        <a:pt x="21600" y="21304"/>
                      </a:cubicBezTo>
                      <a:cubicBezTo>
                        <a:pt x="21600" y="31864"/>
                        <a:pt x="13963" y="40877"/>
                        <a:pt x="3545" y="42610"/>
                      </a:cubicBezTo>
                      <a:lnTo>
                        <a:pt x="0" y="21304"/>
                      </a:lnTo>
                      <a:close/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3671" name="Arc 365"/>
                <p:cNvSpPr>
                  <a:spLocks/>
                </p:cNvSpPr>
                <p:nvPr/>
              </p:nvSpPr>
              <p:spPr bwMode="auto">
                <a:xfrm rot="5400000">
                  <a:off x="1922" y="973"/>
                  <a:ext cx="49" cy="33"/>
                </a:xfrm>
                <a:custGeom>
                  <a:avLst/>
                  <a:gdLst>
                    <a:gd name="T0" fmla="*/ 0 w 21600"/>
                    <a:gd name="T1" fmla="*/ 0 h 43174"/>
                    <a:gd name="T2" fmla="*/ 0 w 21600"/>
                    <a:gd name="T3" fmla="*/ 0 h 43174"/>
                    <a:gd name="T4" fmla="*/ 0 w 21600"/>
                    <a:gd name="T5" fmla="*/ 0 h 43174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43174"/>
                    <a:gd name="T11" fmla="*/ 21600 w 21600"/>
                    <a:gd name="T12" fmla="*/ 43174 h 43174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43174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118"/>
                        <a:pt x="12561" y="42610"/>
                        <a:pt x="1057" y="43174"/>
                      </a:cubicBezTo>
                    </a:path>
                    <a:path w="21600" h="43174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118"/>
                        <a:pt x="12561" y="42610"/>
                        <a:pt x="1057" y="43174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3672" name="Arc 366"/>
                <p:cNvSpPr>
                  <a:spLocks/>
                </p:cNvSpPr>
                <p:nvPr/>
              </p:nvSpPr>
              <p:spPr bwMode="auto">
                <a:xfrm rot="5400000" flipH="1">
                  <a:off x="1943" y="885"/>
                  <a:ext cx="74" cy="101"/>
                </a:xfrm>
                <a:custGeom>
                  <a:avLst/>
                  <a:gdLst>
                    <a:gd name="T0" fmla="*/ 0 w 21600"/>
                    <a:gd name="T1" fmla="*/ 0 h 43099"/>
                    <a:gd name="T2" fmla="*/ 0 w 21600"/>
                    <a:gd name="T3" fmla="*/ 0 h 43099"/>
                    <a:gd name="T4" fmla="*/ 0 w 21600"/>
                    <a:gd name="T5" fmla="*/ 0 h 43099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43099"/>
                    <a:gd name="T11" fmla="*/ 21600 w 21600"/>
                    <a:gd name="T12" fmla="*/ 43099 h 43099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43099" fill="none" extrusionOk="0">
                      <a:moveTo>
                        <a:pt x="1802" y="0"/>
                      </a:moveTo>
                      <a:cubicBezTo>
                        <a:pt x="12994" y="937"/>
                        <a:pt x="21600" y="10294"/>
                        <a:pt x="21600" y="21525"/>
                      </a:cubicBezTo>
                      <a:cubicBezTo>
                        <a:pt x="21600" y="33043"/>
                        <a:pt x="12561" y="42535"/>
                        <a:pt x="1057" y="43099"/>
                      </a:cubicBezTo>
                    </a:path>
                    <a:path w="21600" h="43099" stroke="0" extrusionOk="0">
                      <a:moveTo>
                        <a:pt x="1802" y="0"/>
                      </a:moveTo>
                      <a:cubicBezTo>
                        <a:pt x="12994" y="937"/>
                        <a:pt x="21600" y="10294"/>
                        <a:pt x="21600" y="21525"/>
                      </a:cubicBezTo>
                      <a:cubicBezTo>
                        <a:pt x="21600" y="33043"/>
                        <a:pt x="12561" y="42535"/>
                        <a:pt x="1057" y="43099"/>
                      </a:cubicBezTo>
                      <a:lnTo>
                        <a:pt x="0" y="21525"/>
                      </a:lnTo>
                      <a:close/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3673" name="Arc 367"/>
                <p:cNvSpPr>
                  <a:spLocks/>
                </p:cNvSpPr>
                <p:nvPr/>
              </p:nvSpPr>
              <p:spPr bwMode="auto">
                <a:xfrm rot="5400000">
                  <a:off x="1989" y="975"/>
                  <a:ext cx="49" cy="33"/>
                </a:xfrm>
                <a:custGeom>
                  <a:avLst/>
                  <a:gdLst>
                    <a:gd name="T0" fmla="*/ 0 w 21600"/>
                    <a:gd name="T1" fmla="*/ 0 h 43174"/>
                    <a:gd name="T2" fmla="*/ 0 w 21600"/>
                    <a:gd name="T3" fmla="*/ 0 h 43174"/>
                    <a:gd name="T4" fmla="*/ 0 w 21600"/>
                    <a:gd name="T5" fmla="*/ 0 h 43174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43174"/>
                    <a:gd name="T11" fmla="*/ 21600 w 21600"/>
                    <a:gd name="T12" fmla="*/ 43174 h 43174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43174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118"/>
                        <a:pt x="12561" y="42610"/>
                        <a:pt x="1057" y="43174"/>
                      </a:cubicBezTo>
                    </a:path>
                    <a:path w="21600" h="43174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cubicBezTo>
                        <a:pt x="21600" y="33118"/>
                        <a:pt x="12561" y="42610"/>
                        <a:pt x="1057" y="43174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3674" name="Arc 368"/>
                <p:cNvSpPr>
                  <a:spLocks/>
                </p:cNvSpPr>
                <p:nvPr/>
              </p:nvSpPr>
              <p:spPr bwMode="auto">
                <a:xfrm rot="5400000" flipH="1">
                  <a:off x="2010" y="885"/>
                  <a:ext cx="74" cy="101"/>
                </a:xfrm>
                <a:custGeom>
                  <a:avLst/>
                  <a:gdLst>
                    <a:gd name="T0" fmla="*/ 0 w 21600"/>
                    <a:gd name="T1" fmla="*/ 0 h 43099"/>
                    <a:gd name="T2" fmla="*/ 0 w 21600"/>
                    <a:gd name="T3" fmla="*/ 0 h 43099"/>
                    <a:gd name="T4" fmla="*/ 0 w 21600"/>
                    <a:gd name="T5" fmla="*/ 0 h 43099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43099"/>
                    <a:gd name="T11" fmla="*/ 21600 w 21600"/>
                    <a:gd name="T12" fmla="*/ 43099 h 43099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43099" fill="none" extrusionOk="0">
                      <a:moveTo>
                        <a:pt x="1802" y="0"/>
                      </a:moveTo>
                      <a:cubicBezTo>
                        <a:pt x="12994" y="937"/>
                        <a:pt x="21600" y="10294"/>
                        <a:pt x="21600" y="21525"/>
                      </a:cubicBezTo>
                      <a:cubicBezTo>
                        <a:pt x="21600" y="33043"/>
                        <a:pt x="12561" y="42535"/>
                        <a:pt x="1057" y="43099"/>
                      </a:cubicBezTo>
                    </a:path>
                    <a:path w="21600" h="43099" stroke="0" extrusionOk="0">
                      <a:moveTo>
                        <a:pt x="1802" y="0"/>
                      </a:moveTo>
                      <a:cubicBezTo>
                        <a:pt x="12994" y="937"/>
                        <a:pt x="21600" y="10294"/>
                        <a:pt x="21600" y="21525"/>
                      </a:cubicBezTo>
                      <a:cubicBezTo>
                        <a:pt x="21600" y="33043"/>
                        <a:pt x="12561" y="42535"/>
                        <a:pt x="1057" y="43099"/>
                      </a:cubicBezTo>
                      <a:lnTo>
                        <a:pt x="0" y="21525"/>
                      </a:lnTo>
                      <a:close/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sp>
            <p:nvSpPr>
              <p:cNvPr id="23647" name="Line 369"/>
              <p:cNvSpPr>
                <a:spLocks noChangeShapeType="1"/>
              </p:cNvSpPr>
              <p:nvPr/>
            </p:nvSpPr>
            <p:spPr bwMode="auto">
              <a:xfrm rot="10800000">
                <a:off x="1198" y="1291"/>
                <a:ext cx="41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23" name="Group 370"/>
              <p:cNvGrpSpPr>
                <a:grpSpLocks/>
              </p:cNvGrpSpPr>
              <p:nvPr/>
            </p:nvGrpSpPr>
            <p:grpSpPr bwMode="auto">
              <a:xfrm>
                <a:off x="447" y="1585"/>
                <a:ext cx="314" cy="81"/>
                <a:chOff x="962" y="1273"/>
                <a:chExt cx="314" cy="81"/>
              </a:xfrm>
            </p:grpSpPr>
            <p:sp>
              <p:nvSpPr>
                <p:cNvPr id="23666" name="Rectangle 371"/>
                <p:cNvSpPr>
                  <a:spLocks noChangeArrowheads="1"/>
                </p:cNvSpPr>
                <p:nvPr/>
              </p:nvSpPr>
              <p:spPr bwMode="auto">
                <a:xfrm>
                  <a:off x="1053" y="1314"/>
                  <a:ext cx="132" cy="40"/>
                </a:xfrm>
                <a:prstGeom prst="rect">
                  <a:avLst/>
                </a:prstGeom>
                <a:solidFill>
                  <a:schemeClr val="tx1"/>
                </a:solidFill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  <p:sp>
              <p:nvSpPr>
                <p:cNvPr id="23667" name="Line 372"/>
                <p:cNvSpPr>
                  <a:spLocks noChangeShapeType="1"/>
                </p:cNvSpPr>
                <p:nvPr/>
              </p:nvSpPr>
              <p:spPr bwMode="auto">
                <a:xfrm rot="10800000">
                  <a:off x="962" y="1273"/>
                  <a:ext cx="314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23649" name="Line 373"/>
              <p:cNvSpPr>
                <a:spLocks noChangeShapeType="1"/>
              </p:cNvSpPr>
              <p:nvPr/>
            </p:nvSpPr>
            <p:spPr bwMode="auto">
              <a:xfrm rot="5400000">
                <a:off x="457" y="1433"/>
                <a:ext cx="29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650" name="Line 374"/>
              <p:cNvSpPr>
                <a:spLocks noChangeShapeType="1"/>
              </p:cNvSpPr>
              <p:nvPr/>
            </p:nvSpPr>
            <p:spPr bwMode="auto">
              <a:xfrm rot="5400000">
                <a:off x="435" y="1839"/>
                <a:ext cx="33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651" name="Text Box 375"/>
              <p:cNvSpPr txBox="1">
                <a:spLocks noChangeArrowheads="1"/>
              </p:cNvSpPr>
              <p:nvPr/>
            </p:nvSpPr>
            <p:spPr bwMode="auto">
              <a:xfrm>
                <a:off x="1450" y="1657"/>
                <a:ext cx="212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lang="es-ES" sz="1800" b="0">
                    <a:solidFill>
                      <a:schemeClr val="tx1"/>
                    </a:solidFill>
                  </a:rPr>
                  <a:t>S</a:t>
                </a:r>
                <a:endParaRPr lang="es-ES" sz="1800" b="0" baseline="-25000">
                  <a:solidFill>
                    <a:schemeClr val="tx1"/>
                  </a:solidFill>
                </a:endParaRPr>
              </a:p>
            </p:txBody>
          </p:sp>
          <p:sp>
            <p:nvSpPr>
              <p:cNvPr id="23652" name="Line 376"/>
              <p:cNvSpPr>
                <a:spLocks noChangeShapeType="1"/>
              </p:cNvSpPr>
              <p:nvPr/>
            </p:nvSpPr>
            <p:spPr bwMode="auto">
              <a:xfrm>
                <a:off x="1804" y="1238"/>
                <a:ext cx="168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653" name="Text Box 377"/>
              <p:cNvSpPr txBox="1">
                <a:spLocks noChangeArrowheads="1"/>
              </p:cNvSpPr>
              <p:nvPr/>
            </p:nvSpPr>
            <p:spPr bwMode="auto">
              <a:xfrm>
                <a:off x="1720" y="991"/>
                <a:ext cx="280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l"/>
                <a:r>
                  <a:rPr lang="es-ES" sz="1800">
                    <a:solidFill>
                      <a:schemeClr val="tx1"/>
                    </a:solidFill>
                  </a:rPr>
                  <a:t>i</a:t>
                </a:r>
                <a:r>
                  <a:rPr lang="es-ES" sz="1800" baseline="-25000">
                    <a:solidFill>
                      <a:schemeClr val="tx1"/>
                    </a:solidFill>
                  </a:rPr>
                  <a:t>D</a:t>
                </a:r>
              </a:p>
            </p:txBody>
          </p:sp>
          <p:sp>
            <p:nvSpPr>
              <p:cNvPr id="23654" name="Rectangle 378"/>
              <p:cNvSpPr>
                <a:spLocks noChangeArrowheads="1"/>
              </p:cNvSpPr>
              <p:nvPr/>
            </p:nvSpPr>
            <p:spPr bwMode="auto">
              <a:xfrm>
                <a:off x="1554" y="1335"/>
                <a:ext cx="220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lang="es-ES" sz="1800" b="0">
                    <a:solidFill>
                      <a:schemeClr val="tx1"/>
                    </a:solidFill>
                  </a:rPr>
                  <a:t>D</a:t>
                </a:r>
                <a:endParaRPr lang="es-ES" sz="1800" b="0" baseline="-25000">
                  <a:solidFill>
                    <a:schemeClr val="tx1"/>
                  </a:solidFill>
                </a:endParaRPr>
              </a:p>
            </p:txBody>
          </p:sp>
          <p:sp>
            <p:nvSpPr>
              <p:cNvPr id="23655" name="Text Box 379"/>
              <p:cNvSpPr txBox="1">
                <a:spLocks noChangeArrowheads="1"/>
              </p:cNvSpPr>
              <p:nvPr/>
            </p:nvSpPr>
            <p:spPr bwMode="auto">
              <a:xfrm>
                <a:off x="2254" y="1557"/>
                <a:ext cx="273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l"/>
                <a:r>
                  <a:rPr lang="en-GB" sz="1800" b="0">
                    <a:solidFill>
                      <a:schemeClr val="tx1"/>
                    </a:solidFill>
                  </a:rPr>
                  <a:t>R</a:t>
                </a:r>
                <a:r>
                  <a:rPr lang="en-GB" sz="1800" b="0" baseline="-25000">
                    <a:solidFill>
                      <a:schemeClr val="tx1"/>
                    </a:solidFill>
                  </a:rPr>
                  <a:t>L</a:t>
                </a:r>
              </a:p>
            </p:txBody>
          </p:sp>
          <p:sp>
            <p:nvSpPr>
              <p:cNvPr id="23656" name="Text Box 380"/>
              <p:cNvSpPr txBox="1">
                <a:spLocks noChangeArrowheads="1"/>
              </p:cNvSpPr>
              <p:nvPr/>
            </p:nvSpPr>
            <p:spPr bwMode="auto">
              <a:xfrm>
                <a:off x="2568" y="1516"/>
                <a:ext cx="316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/>
                <a:r>
                  <a:rPr lang="en-GB" sz="1800">
                    <a:solidFill>
                      <a:schemeClr val="tx1"/>
                    </a:solidFill>
                  </a:rPr>
                  <a:t>v</a:t>
                </a:r>
                <a:r>
                  <a:rPr lang="en-GB" sz="1800" baseline="-25000">
                    <a:solidFill>
                      <a:schemeClr val="tx1"/>
                    </a:solidFill>
                  </a:rPr>
                  <a:t>O</a:t>
                </a:r>
              </a:p>
            </p:txBody>
          </p:sp>
          <p:sp>
            <p:nvSpPr>
              <p:cNvPr id="23657" name="Text Box 381"/>
              <p:cNvSpPr txBox="1">
                <a:spLocks noChangeArrowheads="1"/>
              </p:cNvSpPr>
              <p:nvPr/>
            </p:nvSpPr>
            <p:spPr bwMode="auto">
              <a:xfrm>
                <a:off x="2310" y="1002"/>
                <a:ext cx="244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/>
                <a:r>
                  <a:rPr lang="en-GB" sz="1800">
                    <a:solidFill>
                      <a:schemeClr val="tx1"/>
                    </a:solidFill>
                  </a:rPr>
                  <a:t>i</a:t>
                </a:r>
                <a:r>
                  <a:rPr lang="en-GB" sz="1800" baseline="-25000">
                    <a:solidFill>
                      <a:schemeClr val="tx1"/>
                    </a:solidFill>
                  </a:rPr>
                  <a:t>O</a:t>
                </a:r>
              </a:p>
            </p:txBody>
          </p:sp>
          <p:sp>
            <p:nvSpPr>
              <p:cNvPr id="23658" name="Text Box 382"/>
              <p:cNvSpPr txBox="1">
                <a:spLocks noChangeArrowheads="1"/>
              </p:cNvSpPr>
              <p:nvPr/>
            </p:nvSpPr>
            <p:spPr bwMode="auto">
              <a:xfrm>
                <a:off x="2546" y="1392"/>
                <a:ext cx="236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/>
                <a:r>
                  <a:rPr lang="en-GB" sz="1800" b="0">
                    <a:solidFill>
                      <a:schemeClr val="tx1"/>
                    </a:solidFill>
                  </a:rPr>
                  <a:t>+</a:t>
                </a:r>
                <a:endParaRPr lang="en-GB" sz="1800" b="0" baseline="-25000">
                  <a:solidFill>
                    <a:schemeClr val="tx1"/>
                  </a:solidFill>
                </a:endParaRPr>
              </a:p>
            </p:txBody>
          </p:sp>
          <p:sp>
            <p:nvSpPr>
              <p:cNvPr id="23659" name="Text Box 383"/>
              <p:cNvSpPr txBox="1">
                <a:spLocks noChangeArrowheads="1"/>
              </p:cNvSpPr>
              <p:nvPr/>
            </p:nvSpPr>
            <p:spPr bwMode="auto">
              <a:xfrm>
                <a:off x="2546" y="1658"/>
                <a:ext cx="236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/>
                <a:r>
                  <a:rPr lang="en-GB" sz="1800" b="0">
                    <a:solidFill>
                      <a:schemeClr val="tx1"/>
                    </a:solidFill>
                  </a:rPr>
                  <a:t>-</a:t>
                </a:r>
                <a:endParaRPr lang="en-GB" sz="1800" b="0" baseline="-25000">
                  <a:solidFill>
                    <a:schemeClr val="tx1"/>
                  </a:solidFill>
                </a:endParaRPr>
              </a:p>
            </p:txBody>
          </p:sp>
          <p:sp>
            <p:nvSpPr>
              <p:cNvPr id="23660" name="Freeform 384"/>
              <p:cNvSpPr>
                <a:spLocks/>
              </p:cNvSpPr>
              <p:nvPr/>
            </p:nvSpPr>
            <p:spPr bwMode="auto">
              <a:xfrm>
                <a:off x="2281" y="1239"/>
                <a:ext cx="337" cy="130"/>
              </a:xfrm>
              <a:custGeom>
                <a:avLst/>
                <a:gdLst>
                  <a:gd name="T0" fmla="*/ 0 w 153"/>
                  <a:gd name="T1" fmla="*/ 0 h 234"/>
                  <a:gd name="T2" fmla="*/ 38458 w 153"/>
                  <a:gd name="T3" fmla="*/ 0 h 234"/>
                  <a:gd name="T4" fmla="*/ 38458 w 153"/>
                  <a:gd name="T5" fmla="*/ 4 h 234"/>
                  <a:gd name="T6" fmla="*/ 0 60000 65536"/>
                  <a:gd name="T7" fmla="*/ 0 60000 65536"/>
                  <a:gd name="T8" fmla="*/ 0 60000 65536"/>
                  <a:gd name="T9" fmla="*/ 0 w 153"/>
                  <a:gd name="T10" fmla="*/ 0 h 234"/>
                  <a:gd name="T11" fmla="*/ 153 w 153"/>
                  <a:gd name="T12" fmla="*/ 234 h 23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53" h="234">
                    <a:moveTo>
                      <a:pt x="0" y="0"/>
                    </a:moveTo>
                    <a:lnTo>
                      <a:pt x="153" y="0"/>
                    </a:lnTo>
                    <a:lnTo>
                      <a:pt x="153" y="234"/>
                    </a:lnTo>
                  </a:path>
                </a:pathLst>
              </a:cu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23661" name="Text Box 385"/>
              <p:cNvSpPr txBox="1">
                <a:spLocks noChangeArrowheads="1"/>
              </p:cNvSpPr>
              <p:nvPr/>
            </p:nvSpPr>
            <p:spPr bwMode="auto">
              <a:xfrm>
                <a:off x="922" y="973"/>
                <a:ext cx="316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/>
                <a:r>
                  <a:rPr lang="en-GB" sz="1800">
                    <a:solidFill>
                      <a:schemeClr val="tx1"/>
                    </a:solidFill>
                  </a:rPr>
                  <a:t>v</a:t>
                </a:r>
                <a:r>
                  <a:rPr lang="en-GB" sz="1800" baseline="-25000">
                    <a:solidFill>
                      <a:schemeClr val="tx1"/>
                    </a:solidFill>
                  </a:rPr>
                  <a:t>L</a:t>
                </a:r>
              </a:p>
            </p:txBody>
          </p:sp>
          <p:sp>
            <p:nvSpPr>
              <p:cNvPr id="23662" name="Text Box 386"/>
              <p:cNvSpPr txBox="1">
                <a:spLocks noChangeArrowheads="1"/>
              </p:cNvSpPr>
              <p:nvPr/>
            </p:nvSpPr>
            <p:spPr bwMode="auto">
              <a:xfrm>
                <a:off x="783" y="995"/>
                <a:ext cx="236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/>
                <a:r>
                  <a:rPr lang="en-GB" sz="1800" b="0">
                    <a:solidFill>
                      <a:schemeClr val="tx1"/>
                    </a:solidFill>
                  </a:rPr>
                  <a:t>+</a:t>
                </a:r>
                <a:endParaRPr lang="en-GB" sz="1800" b="0" baseline="-25000">
                  <a:solidFill>
                    <a:schemeClr val="tx1"/>
                  </a:solidFill>
                </a:endParaRPr>
              </a:p>
            </p:txBody>
          </p:sp>
          <p:sp>
            <p:nvSpPr>
              <p:cNvPr id="23663" name="Text Box 387"/>
              <p:cNvSpPr txBox="1">
                <a:spLocks noChangeArrowheads="1"/>
              </p:cNvSpPr>
              <p:nvPr/>
            </p:nvSpPr>
            <p:spPr bwMode="auto">
              <a:xfrm>
                <a:off x="1109" y="995"/>
                <a:ext cx="236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/>
                <a:r>
                  <a:rPr lang="en-GB" sz="1800" b="0">
                    <a:solidFill>
                      <a:schemeClr val="tx1"/>
                    </a:solidFill>
                  </a:rPr>
                  <a:t>-</a:t>
                </a:r>
                <a:endParaRPr lang="en-GB" sz="1800" b="0" baseline="-25000">
                  <a:solidFill>
                    <a:schemeClr val="tx1"/>
                  </a:solidFill>
                </a:endParaRPr>
              </a:p>
            </p:txBody>
          </p:sp>
          <p:sp>
            <p:nvSpPr>
              <p:cNvPr id="23664" name="Freeform 388"/>
              <p:cNvSpPr>
                <a:spLocks/>
              </p:cNvSpPr>
              <p:nvPr/>
            </p:nvSpPr>
            <p:spPr bwMode="auto">
              <a:xfrm rot="-5400000">
                <a:off x="497" y="1243"/>
                <a:ext cx="201" cy="126"/>
              </a:xfrm>
              <a:custGeom>
                <a:avLst/>
                <a:gdLst>
                  <a:gd name="T0" fmla="*/ 0 w 153"/>
                  <a:gd name="T1" fmla="*/ 0 h 234"/>
                  <a:gd name="T2" fmla="*/ 1034 w 153"/>
                  <a:gd name="T3" fmla="*/ 0 h 234"/>
                  <a:gd name="T4" fmla="*/ 1034 w 153"/>
                  <a:gd name="T5" fmla="*/ 3 h 234"/>
                  <a:gd name="T6" fmla="*/ 0 60000 65536"/>
                  <a:gd name="T7" fmla="*/ 0 60000 65536"/>
                  <a:gd name="T8" fmla="*/ 0 60000 65536"/>
                  <a:gd name="T9" fmla="*/ 0 w 153"/>
                  <a:gd name="T10" fmla="*/ 0 h 234"/>
                  <a:gd name="T11" fmla="*/ 153 w 153"/>
                  <a:gd name="T12" fmla="*/ 234 h 23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53" h="234">
                    <a:moveTo>
                      <a:pt x="0" y="0"/>
                    </a:moveTo>
                    <a:lnTo>
                      <a:pt x="153" y="0"/>
                    </a:lnTo>
                    <a:lnTo>
                      <a:pt x="153" y="234"/>
                    </a:lnTo>
                  </a:path>
                </a:pathLst>
              </a:cu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23665" name="Text Box 389"/>
              <p:cNvSpPr txBox="1">
                <a:spLocks noChangeArrowheads="1"/>
              </p:cNvSpPr>
              <p:nvPr/>
            </p:nvSpPr>
            <p:spPr bwMode="auto">
              <a:xfrm>
                <a:off x="510" y="941"/>
                <a:ext cx="348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l"/>
                <a:r>
                  <a:rPr lang="en-GB" sz="1800">
                    <a:solidFill>
                      <a:schemeClr val="tx1"/>
                    </a:solidFill>
                  </a:rPr>
                  <a:t>i</a:t>
                </a:r>
                <a:r>
                  <a:rPr lang="en-GB" sz="1800" baseline="-25000">
                    <a:solidFill>
                      <a:schemeClr val="tx1"/>
                    </a:solidFill>
                  </a:rPr>
                  <a:t>g</a:t>
                </a:r>
              </a:p>
            </p:txBody>
          </p:sp>
        </p:grpSp>
      </p:grpSp>
      <p:grpSp>
        <p:nvGrpSpPr>
          <p:cNvPr id="24" name="Group 403"/>
          <p:cNvGrpSpPr>
            <a:grpSpLocks/>
          </p:cNvGrpSpPr>
          <p:nvPr/>
        </p:nvGrpSpPr>
        <p:grpSpPr bwMode="auto">
          <a:xfrm>
            <a:off x="139700" y="4899025"/>
            <a:ext cx="4795838" cy="1557338"/>
            <a:chOff x="88" y="3086"/>
            <a:chExt cx="3021" cy="981"/>
          </a:xfrm>
        </p:grpSpPr>
        <p:grpSp>
          <p:nvGrpSpPr>
            <p:cNvPr id="25" name="Group 391"/>
            <p:cNvGrpSpPr>
              <a:grpSpLocks/>
            </p:cNvGrpSpPr>
            <p:nvPr/>
          </p:nvGrpSpPr>
          <p:grpSpPr bwMode="auto">
            <a:xfrm>
              <a:off x="88" y="3239"/>
              <a:ext cx="1242" cy="828"/>
              <a:chOff x="0" y="2935"/>
              <a:chExt cx="1242" cy="828"/>
            </a:xfrm>
          </p:grpSpPr>
          <p:sp>
            <p:nvSpPr>
              <p:cNvPr id="23620" name="AutoShape 390"/>
              <p:cNvSpPr>
                <a:spLocks noChangeArrowheads="1"/>
              </p:cNvSpPr>
              <p:nvPr/>
            </p:nvSpPr>
            <p:spPr bwMode="auto">
              <a:xfrm flipH="1">
                <a:off x="105" y="2935"/>
                <a:ext cx="1108" cy="828"/>
              </a:xfrm>
              <a:prstGeom prst="leftArrow">
                <a:avLst>
                  <a:gd name="adj1" fmla="val 50000"/>
                  <a:gd name="adj2" fmla="val 33454"/>
                </a:avLst>
              </a:prstGeom>
              <a:solidFill>
                <a:srgbClr val="FFC000"/>
              </a:solidFill>
              <a:ln w="9525" algn="ctr">
                <a:solidFill>
                  <a:srgbClr val="7373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23621" name="Rectangle 220"/>
              <p:cNvSpPr>
                <a:spLocks noChangeArrowheads="1"/>
              </p:cNvSpPr>
              <p:nvPr/>
            </p:nvSpPr>
            <p:spPr bwMode="auto">
              <a:xfrm>
                <a:off x="0" y="3128"/>
                <a:ext cx="1242" cy="442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/>
                <a:r>
                  <a:rPr lang="en-GB" dirty="0">
                    <a:solidFill>
                      <a:srgbClr val="737300"/>
                    </a:solidFill>
                  </a:rPr>
                  <a:t>S off, D on,</a:t>
                </a:r>
              </a:p>
              <a:p>
                <a:pPr algn="ctr"/>
                <a:r>
                  <a:rPr lang="en-GB" dirty="0">
                    <a:solidFill>
                      <a:srgbClr val="737300"/>
                    </a:solidFill>
                  </a:rPr>
                  <a:t>during (1-d)T</a:t>
                </a:r>
                <a:endParaRPr lang="en-US" dirty="0">
                  <a:solidFill>
                    <a:srgbClr val="737300"/>
                  </a:solidFill>
                </a:endParaRPr>
              </a:p>
            </p:txBody>
          </p:sp>
        </p:grpSp>
        <p:grpSp>
          <p:nvGrpSpPr>
            <p:cNvPr id="26" name="Group 399"/>
            <p:cNvGrpSpPr>
              <a:grpSpLocks/>
            </p:cNvGrpSpPr>
            <p:nvPr/>
          </p:nvGrpSpPr>
          <p:grpSpPr bwMode="auto">
            <a:xfrm>
              <a:off x="1421" y="3086"/>
              <a:ext cx="1688" cy="949"/>
              <a:chOff x="1189" y="3086"/>
              <a:chExt cx="1688" cy="949"/>
            </a:xfrm>
          </p:grpSpPr>
          <p:grpSp>
            <p:nvGrpSpPr>
              <p:cNvPr id="27" name="Group 223"/>
              <p:cNvGrpSpPr>
                <a:grpSpLocks/>
              </p:cNvGrpSpPr>
              <p:nvPr/>
            </p:nvGrpSpPr>
            <p:grpSpPr bwMode="auto">
              <a:xfrm>
                <a:off x="1348" y="3135"/>
                <a:ext cx="1529" cy="900"/>
                <a:chOff x="1279" y="2656"/>
                <a:chExt cx="1529" cy="900"/>
              </a:xfrm>
            </p:grpSpPr>
            <p:sp>
              <p:nvSpPr>
                <p:cNvPr id="23583" name="Text Box 224"/>
                <p:cNvSpPr txBox="1">
                  <a:spLocks noChangeArrowheads="1"/>
                </p:cNvSpPr>
                <p:nvPr/>
              </p:nvSpPr>
              <p:spPr bwMode="auto">
                <a:xfrm>
                  <a:off x="2256" y="2656"/>
                  <a:ext cx="244" cy="23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algn="ctr"/>
                  <a:r>
                    <a:rPr lang="en-GB" sz="1800">
                      <a:solidFill>
                        <a:schemeClr val="tx1"/>
                      </a:solidFill>
                    </a:rPr>
                    <a:t>i</a:t>
                  </a:r>
                  <a:r>
                    <a:rPr lang="en-GB" sz="1800" baseline="-25000">
                      <a:solidFill>
                        <a:schemeClr val="tx1"/>
                      </a:solidFill>
                    </a:rPr>
                    <a:t>O</a:t>
                  </a:r>
                </a:p>
              </p:txBody>
            </p:sp>
            <p:sp>
              <p:nvSpPr>
                <p:cNvPr id="23584" name="Text Box 225"/>
                <p:cNvSpPr txBox="1">
                  <a:spLocks noChangeArrowheads="1"/>
                </p:cNvSpPr>
                <p:nvPr/>
              </p:nvSpPr>
              <p:spPr bwMode="auto">
                <a:xfrm>
                  <a:off x="1305" y="2660"/>
                  <a:ext cx="242" cy="23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algn="l"/>
                  <a:r>
                    <a:rPr lang="en-GB" sz="1800">
                      <a:solidFill>
                        <a:schemeClr val="tx1"/>
                      </a:solidFill>
                    </a:rPr>
                    <a:t>i</a:t>
                  </a:r>
                  <a:r>
                    <a:rPr lang="en-GB" sz="1800" baseline="-25000">
                      <a:solidFill>
                        <a:schemeClr val="tx1"/>
                      </a:solidFill>
                    </a:rPr>
                    <a:t>L</a:t>
                  </a:r>
                </a:p>
              </p:txBody>
            </p:sp>
            <p:sp>
              <p:nvSpPr>
                <p:cNvPr id="23585" name="Line 226"/>
                <p:cNvSpPr>
                  <a:spLocks noChangeShapeType="1"/>
                </p:cNvSpPr>
                <p:nvPr/>
              </p:nvSpPr>
              <p:spPr bwMode="auto">
                <a:xfrm rot="10800000">
                  <a:off x="1282" y="3554"/>
                  <a:ext cx="1213" cy="0"/>
                </a:xfrm>
                <a:prstGeom prst="line">
                  <a:avLst/>
                </a:prstGeom>
                <a:noFill/>
                <a:ln w="19050">
                  <a:solidFill>
                    <a:srgbClr val="3164AB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586" name="Line 227"/>
                <p:cNvSpPr>
                  <a:spLocks noChangeShapeType="1"/>
                </p:cNvSpPr>
                <p:nvPr/>
              </p:nvSpPr>
              <p:spPr bwMode="auto">
                <a:xfrm rot="10800000">
                  <a:off x="1279" y="2942"/>
                  <a:ext cx="258" cy="0"/>
                </a:xfrm>
                <a:prstGeom prst="line">
                  <a:avLst/>
                </a:prstGeom>
                <a:noFill/>
                <a:ln w="19050">
                  <a:solidFill>
                    <a:srgbClr val="3164AB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587" name="Text Box 228"/>
                <p:cNvSpPr txBox="1">
                  <a:spLocks noChangeArrowheads="1"/>
                </p:cNvSpPr>
                <p:nvPr/>
              </p:nvSpPr>
              <p:spPr bwMode="auto">
                <a:xfrm>
                  <a:off x="2218" y="3173"/>
                  <a:ext cx="273" cy="23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algn="l"/>
                  <a:r>
                    <a:rPr lang="en-GB" sz="1800" b="0">
                      <a:solidFill>
                        <a:schemeClr val="tx1"/>
                      </a:solidFill>
                    </a:rPr>
                    <a:t>R</a:t>
                  </a:r>
                  <a:r>
                    <a:rPr lang="en-GB" sz="1800" b="0" baseline="-25000">
                      <a:solidFill>
                        <a:schemeClr val="tx1"/>
                      </a:solidFill>
                    </a:rPr>
                    <a:t>L</a:t>
                  </a:r>
                </a:p>
              </p:txBody>
            </p:sp>
            <p:sp>
              <p:nvSpPr>
                <p:cNvPr id="23588" name="Text Box 229"/>
                <p:cNvSpPr txBox="1">
                  <a:spLocks noChangeArrowheads="1"/>
                </p:cNvSpPr>
                <p:nvPr/>
              </p:nvSpPr>
              <p:spPr bwMode="auto">
                <a:xfrm>
                  <a:off x="2492" y="3111"/>
                  <a:ext cx="316" cy="23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algn="ctr"/>
                  <a:r>
                    <a:rPr lang="en-GB" sz="1800">
                      <a:solidFill>
                        <a:schemeClr val="tx1"/>
                      </a:solidFill>
                    </a:rPr>
                    <a:t>v</a:t>
                  </a:r>
                  <a:r>
                    <a:rPr lang="en-GB" sz="1800" baseline="-25000">
                      <a:solidFill>
                        <a:schemeClr val="tx1"/>
                      </a:solidFill>
                    </a:rPr>
                    <a:t>O</a:t>
                  </a:r>
                </a:p>
              </p:txBody>
            </p:sp>
            <p:grpSp>
              <p:nvGrpSpPr>
                <p:cNvPr id="28" name="Group 230"/>
                <p:cNvGrpSpPr>
                  <a:grpSpLocks/>
                </p:cNvGrpSpPr>
                <p:nvPr/>
              </p:nvGrpSpPr>
              <p:grpSpPr bwMode="auto">
                <a:xfrm>
                  <a:off x="2446" y="3145"/>
                  <a:ext cx="97" cy="170"/>
                  <a:chOff x="5177" y="2146"/>
                  <a:chExt cx="97" cy="170"/>
                </a:xfrm>
              </p:grpSpPr>
              <p:sp>
                <p:nvSpPr>
                  <p:cNvPr id="23612" name="Line 231"/>
                  <p:cNvSpPr>
                    <a:spLocks noChangeShapeType="1"/>
                  </p:cNvSpPr>
                  <p:nvPr/>
                </p:nvSpPr>
                <p:spPr bwMode="auto">
                  <a:xfrm rot="16200000" flipH="1">
                    <a:off x="5238" y="2134"/>
                    <a:ext cx="24" cy="48"/>
                  </a:xfrm>
                  <a:prstGeom prst="line">
                    <a:avLst/>
                  </a:prstGeom>
                  <a:noFill/>
                  <a:ln w="19050">
                    <a:solidFill>
                      <a:srgbClr val="3164AB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23613" name="Line 232"/>
                  <p:cNvSpPr>
                    <a:spLocks noChangeShapeType="1"/>
                  </p:cNvSpPr>
                  <p:nvPr/>
                </p:nvSpPr>
                <p:spPr bwMode="auto">
                  <a:xfrm rot="-5400000">
                    <a:off x="5218" y="2132"/>
                    <a:ext cx="16" cy="91"/>
                  </a:xfrm>
                  <a:prstGeom prst="line">
                    <a:avLst/>
                  </a:prstGeom>
                  <a:noFill/>
                  <a:ln w="19050">
                    <a:solidFill>
                      <a:srgbClr val="3164AB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23614" name="Line 233"/>
                  <p:cNvSpPr>
                    <a:spLocks noChangeShapeType="1"/>
                  </p:cNvSpPr>
                  <p:nvPr/>
                </p:nvSpPr>
                <p:spPr bwMode="auto">
                  <a:xfrm rot="16200000" flipH="1">
                    <a:off x="5205" y="2160"/>
                    <a:ext cx="35" cy="91"/>
                  </a:xfrm>
                  <a:prstGeom prst="line">
                    <a:avLst/>
                  </a:prstGeom>
                  <a:noFill/>
                  <a:ln w="19050">
                    <a:solidFill>
                      <a:srgbClr val="3164AB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grpSp>
                <p:nvGrpSpPr>
                  <p:cNvPr id="29" name="Group 234"/>
                  <p:cNvGrpSpPr>
                    <a:grpSpLocks/>
                  </p:cNvGrpSpPr>
                  <p:nvPr/>
                </p:nvGrpSpPr>
                <p:grpSpPr bwMode="auto">
                  <a:xfrm rot="-5400000">
                    <a:off x="5201" y="2220"/>
                    <a:ext cx="50" cy="93"/>
                    <a:chOff x="2250" y="1869"/>
                    <a:chExt cx="87" cy="178"/>
                  </a:xfrm>
                </p:grpSpPr>
                <p:sp>
                  <p:nvSpPr>
                    <p:cNvPr id="23618" name="Line 235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250" y="1873"/>
                      <a:ext cx="27" cy="17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3164AB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3619" name="Line 236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2276" y="1869"/>
                      <a:ext cx="61" cy="175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3164AB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</p:grpSp>
              <p:sp>
                <p:nvSpPr>
                  <p:cNvPr id="23616" name="Line 237"/>
                  <p:cNvSpPr>
                    <a:spLocks noChangeShapeType="1"/>
                  </p:cNvSpPr>
                  <p:nvPr/>
                </p:nvSpPr>
                <p:spPr bwMode="auto">
                  <a:xfrm rot="-5400000">
                    <a:off x="5215" y="2185"/>
                    <a:ext cx="16" cy="91"/>
                  </a:xfrm>
                  <a:prstGeom prst="line">
                    <a:avLst/>
                  </a:prstGeom>
                  <a:noFill/>
                  <a:ln w="19050">
                    <a:solidFill>
                      <a:srgbClr val="3164AB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23617" name="Line 238"/>
                  <p:cNvSpPr>
                    <a:spLocks noChangeShapeType="1"/>
                  </p:cNvSpPr>
                  <p:nvPr/>
                </p:nvSpPr>
                <p:spPr bwMode="auto">
                  <a:xfrm rot="16200000" flipH="1">
                    <a:off x="5191" y="2282"/>
                    <a:ext cx="23" cy="45"/>
                  </a:xfrm>
                  <a:prstGeom prst="line">
                    <a:avLst/>
                  </a:prstGeom>
                  <a:noFill/>
                  <a:ln w="19050">
                    <a:solidFill>
                      <a:srgbClr val="3164AB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sp>
              <p:nvSpPr>
                <p:cNvPr id="23590" name="Line 239"/>
                <p:cNvSpPr>
                  <a:spLocks noChangeShapeType="1"/>
                </p:cNvSpPr>
                <p:nvPr/>
              </p:nvSpPr>
              <p:spPr bwMode="auto">
                <a:xfrm>
                  <a:off x="2493" y="2946"/>
                  <a:ext cx="0" cy="196"/>
                </a:xfrm>
                <a:prstGeom prst="line">
                  <a:avLst/>
                </a:prstGeom>
                <a:noFill/>
                <a:ln w="19050">
                  <a:solidFill>
                    <a:srgbClr val="3164AB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591" name="Line 240"/>
                <p:cNvSpPr>
                  <a:spLocks noChangeShapeType="1"/>
                </p:cNvSpPr>
                <p:nvPr/>
              </p:nvSpPr>
              <p:spPr bwMode="auto">
                <a:xfrm>
                  <a:off x="2494" y="3316"/>
                  <a:ext cx="0" cy="240"/>
                </a:xfrm>
                <a:prstGeom prst="line">
                  <a:avLst/>
                </a:prstGeom>
                <a:noFill/>
                <a:ln w="19050">
                  <a:solidFill>
                    <a:srgbClr val="3164AB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592" name="Freeform 241"/>
                <p:cNvSpPr>
                  <a:spLocks/>
                </p:cNvSpPr>
                <p:nvPr/>
              </p:nvSpPr>
              <p:spPr bwMode="auto">
                <a:xfrm>
                  <a:off x="2211" y="2887"/>
                  <a:ext cx="337" cy="130"/>
                </a:xfrm>
                <a:custGeom>
                  <a:avLst/>
                  <a:gdLst>
                    <a:gd name="T0" fmla="*/ 0 w 153"/>
                    <a:gd name="T1" fmla="*/ 0 h 234"/>
                    <a:gd name="T2" fmla="*/ 38458 w 153"/>
                    <a:gd name="T3" fmla="*/ 0 h 234"/>
                    <a:gd name="T4" fmla="*/ 38458 w 153"/>
                    <a:gd name="T5" fmla="*/ 4 h 234"/>
                    <a:gd name="T6" fmla="*/ 0 60000 65536"/>
                    <a:gd name="T7" fmla="*/ 0 60000 65536"/>
                    <a:gd name="T8" fmla="*/ 0 60000 65536"/>
                    <a:gd name="T9" fmla="*/ 0 w 153"/>
                    <a:gd name="T10" fmla="*/ 0 h 234"/>
                    <a:gd name="T11" fmla="*/ 153 w 153"/>
                    <a:gd name="T12" fmla="*/ 234 h 234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53" h="234">
                      <a:moveTo>
                        <a:pt x="0" y="0"/>
                      </a:moveTo>
                      <a:lnTo>
                        <a:pt x="153" y="0"/>
                      </a:lnTo>
                      <a:lnTo>
                        <a:pt x="153" y="234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23593" name="Line 242"/>
                <p:cNvSpPr>
                  <a:spLocks noChangeShapeType="1"/>
                </p:cNvSpPr>
                <p:nvPr/>
              </p:nvSpPr>
              <p:spPr bwMode="auto">
                <a:xfrm rot="10800000" flipH="1">
                  <a:off x="2017" y="2944"/>
                  <a:ext cx="0" cy="257"/>
                </a:xfrm>
                <a:prstGeom prst="line">
                  <a:avLst/>
                </a:prstGeom>
                <a:noFill/>
                <a:ln w="19050">
                  <a:solidFill>
                    <a:srgbClr val="3164AB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594" name="Line 243"/>
                <p:cNvSpPr>
                  <a:spLocks noChangeShapeType="1"/>
                </p:cNvSpPr>
                <p:nvPr/>
              </p:nvSpPr>
              <p:spPr bwMode="auto">
                <a:xfrm>
                  <a:off x="2016" y="3248"/>
                  <a:ext cx="0" cy="302"/>
                </a:xfrm>
                <a:prstGeom prst="line">
                  <a:avLst/>
                </a:prstGeom>
                <a:noFill/>
                <a:ln w="19050">
                  <a:solidFill>
                    <a:srgbClr val="3164AB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grpSp>
              <p:nvGrpSpPr>
                <p:cNvPr id="30" name="Group 244"/>
                <p:cNvGrpSpPr>
                  <a:grpSpLocks/>
                </p:cNvGrpSpPr>
                <p:nvPr/>
              </p:nvGrpSpPr>
              <p:grpSpPr bwMode="auto">
                <a:xfrm>
                  <a:off x="1936" y="3202"/>
                  <a:ext cx="159" cy="47"/>
                  <a:chOff x="1530" y="2848"/>
                  <a:chExt cx="125" cy="47"/>
                </a:xfrm>
              </p:grpSpPr>
              <p:sp>
                <p:nvSpPr>
                  <p:cNvPr id="23610" name="Line 245"/>
                  <p:cNvSpPr>
                    <a:spLocks noChangeShapeType="1"/>
                  </p:cNvSpPr>
                  <p:nvPr/>
                </p:nvSpPr>
                <p:spPr bwMode="auto">
                  <a:xfrm>
                    <a:off x="1530" y="2848"/>
                    <a:ext cx="125" cy="0"/>
                  </a:xfrm>
                  <a:prstGeom prst="line">
                    <a:avLst/>
                  </a:prstGeom>
                  <a:noFill/>
                  <a:ln w="38100">
                    <a:solidFill>
                      <a:srgbClr val="3164AB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23611" name="Line 246"/>
                  <p:cNvSpPr>
                    <a:spLocks noChangeShapeType="1"/>
                  </p:cNvSpPr>
                  <p:nvPr/>
                </p:nvSpPr>
                <p:spPr bwMode="auto">
                  <a:xfrm>
                    <a:off x="1530" y="2895"/>
                    <a:ext cx="125" cy="0"/>
                  </a:xfrm>
                  <a:prstGeom prst="line">
                    <a:avLst/>
                  </a:prstGeom>
                  <a:noFill/>
                  <a:ln w="38100">
                    <a:solidFill>
                      <a:srgbClr val="3164AB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31" name="Group 247"/>
                <p:cNvGrpSpPr>
                  <a:grpSpLocks/>
                </p:cNvGrpSpPr>
                <p:nvPr/>
              </p:nvGrpSpPr>
              <p:grpSpPr bwMode="auto">
                <a:xfrm>
                  <a:off x="1544" y="2877"/>
                  <a:ext cx="304" cy="119"/>
                  <a:chOff x="1793" y="897"/>
                  <a:chExt cx="304" cy="119"/>
                </a:xfrm>
              </p:grpSpPr>
              <p:sp>
                <p:nvSpPr>
                  <p:cNvPr id="23603" name="Arc 248"/>
                  <p:cNvSpPr>
                    <a:spLocks/>
                  </p:cNvSpPr>
                  <p:nvPr/>
                </p:nvSpPr>
                <p:spPr bwMode="auto">
                  <a:xfrm rot="5400000" flipH="1">
                    <a:off x="1876" y="884"/>
                    <a:ext cx="74" cy="101"/>
                  </a:xfrm>
                  <a:custGeom>
                    <a:avLst/>
                    <a:gdLst>
                      <a:gd name="T0" fmla="*/ 0 w 21600"/>
                      <a:gd name="T1" fmla="*/ 0 h 43099"/>
                      <a:gd name="T2" fmla="*/ 0 w 21600"/>
                      <a:gd name="T3" fmla="*/ 0 h 43099"/>
                      <a:gd name="T4" fmla="*/ 0 w 21600"/>
                      <a:gd name="T5" fmla="*/ 0 h 43099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43099"/>
                      <a:gd name="T11" fmla="*/ 21600 w 21600"/>
                      <a:gd name="T12" fmla="*/ 43099 h 43099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43099" fill="none" extrusionOk="0">
                        <a:moveTo>
                          <a:pt x="1802" y="0"/>
                        </a:moveTo>
                        <a:cubicBezTo>
                          <a:pt x="12994" y="937"/>
                          <a:pt x="21600" y="10294"/>
                          <a:pt x="21600" y="21525"/>
                        </a:cubicBezTo>
                        <a:cubicBezTo>
                          <a:pt x="21600" y="33043"/>
                          <a:pt x="12561" y="42535"/>
                          <a:pt x="1057" y="43099"/>
                        </a:cubicBezTo>
                      </a:path>
                      <a:path w="21600" h="43099" stroke="0" extrusionOk="0">
                        <a:moveTo>
                          <a:pt x="1802" y="0"/>
                        </a:moveTo>
                        <a:cubicBezTo>
                          <a:pt x="12994" y="937"/>
                          <a:pt x="21600" y="10294"/>
                          <a:pt x="21600" y="21525"/>
                        </a:cubicBezTo>
                        <a:cubicBezTo>
                          <a:pt x="21600" y="33043"/>
                          <a:pt x="12561" y="42535"/>
                          <a:pt x="1057" y="43099"/>
                        </a:cubicBezTo>
                        <a:lnTo>
                          <a:pt x="0" y="21525"/>
                        </a:lnTo>
                        <a:close/>
                      </a:path>
                    </a:pathLst>
                  </a:custGeom>
                  <a:noFill/>
                  <a:ln w="19050">
                    <a:solidFill>
                      <a:srgbClr val="3164AB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s-ES"/>
                  </a:p>
                </p:txBody>
              </p:sp>
              <p:sp>
                <p:nvSpPr>
                  <p:cNvPr id="23604" name="Arc 249"/>
                  <p:cNvSpPr>
                    <a:spLocks/>
                  </p:cNvSpPr>
                  <p:nvPr/>
                </p:nvSpPr>
                <p:spPr bwMode="auto">
                  <a:xfrm rot="5400000">
                    <a:off x="1855" y="974"/>
                    <a:ext cx="49" cy="33"/>
                  </a:xfrm>
                  <a:custGeom>
                    <a:avLst/>
                    <a:gdLst>
                      <a:gd name="T0" fmla="*/ 0 w 21600"/>
                      <a:gd name="T1" fmla="*/ 0 h 43174"/>
                      <a:gd name="T2" fmla="*/ 0 w 21600"/>
                      <a:gd name="T3" fmla="*/ 0 h 43174"/>
                      <a:gd name="T4" fmla="*/ 0 w 21600"/>
                      <a:gd name="T5" fmla="*/ 0 h 43174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43174"/>
                      <a:gd name="T11" fmla="*/ 21600 w 21600"/>
                      <a:gd name="T12" fmla="*/ 43174 h 43174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43174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cubicBezTo>
                          <a:pt x="21600" y="33118"/>
                          <a:pt x="12561" y="42610"/>
                          <a:pt x="1057" y="43174"/>
                        </a:cubicBezTo>
                      </a:path>
                      <a:path w="21600" h="43174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cubicBezTo>
                          <a:pt x="21600" y="33118"/>
                          <a:pt x="12561" y="42610"/>
                          <a:pt x="1057" y="43174"/>
                        </a:cubicBezTo>
                        <a:lnTo>
                          <a:pt x="0" y="21600"/>
                        </a:lnTo>
                        <a:close/>
                      </a:path>
                    </a:pathLst>
                  </a:custGeom>
                  <a:noFill/>
                  <a:ln w="19050">
                    <a:solidFill>
                      <a:srgbClr val="3164AB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s-ES"/>
                  </a:p>
                </p:txBody>
              </p:sp>
              <p:sp>
                <p:nvSpPr>
                  <p:cNvPr id="23605" name="Arc 250"/>
                  <p:cNvSpPr>
                    <a:spLocks/>
                  </p:cNvSpPr>
                  <p:nvPr/>
                </p:nvSpPr>
                <p:spPr bwMode="auto">
                  <a:xfrm rot="5400000" flipH="1">
                    <a:off x="1801" y="889"/>
                    <a:ext cx="88" cy="103"/>
                  </a:xfrm>
                  <a:custGeom>
                    <a:avLst/>
                    <a:gdLst>
                      <a:gd name="T0" fmla="*/ 0 w 21600"/>
                      <a:gd name="T1" fmla="*/ 0 h 42611"/>
                      <a:gd name="T2" fmla="*/ 0 w 21600"/>
                      <a:gd name="T3" fmla="*/ 0 h 42611"/>
                      <a:gd name="T4" fmla="*/ 0 w 21600"/>
                      <a:gd name="T5" fmla="*/ 0 h 42611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42611"/>
                      <a:gd name="T11" fmla="*/ 21600 w 21600"/>
                      <a:gd name="T12" fmla="*/ 42611 h 42611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42611" fill="none" extrusionOk="0">
                        <a:moveTo>
                          <a:pt x="3562" y="-1"/>
                        </a:moveTo>
                        <a:cubicBezTo>
                          <a:pt x="13972" y="1740"/>
                          <a:pt x="21600" y="10749"/>
                          <a:pt x="21600" y="21304"/>
                        </a:cubicBezTo>
                        <a:cubicBezTo>
                          <a:pt x="21600" y="31864"/>
                          <a:pt x="13963" y="40877"/>
                          <a:pt x="3545" y="42610"/>
                        </a:cubicBezTo>
                      </a:path>
                      <a:path w="21600" h="42611" stroke="0" extrusionOk="0">
                        <a:moveTo>
                          <a:pt x="3562" y="-1"/>
                        </a:moveTo>
                        <a:cubicBezTo>
                          <a:pt x="13972" y="1740"/>
                          <a:pt x="21600" y="10749"/>
                          <a:pt x="21600" y="21304"/>
                        </a:cubicBezTo>
                        <a:cubicBezTo>
                          <a:pt x="21600" y="31864"/>
                          <a:pt x="13963" y="40877"/>
                          <a:pt x="3545" y="42610"/>
                        </a:cubicBezTo>
                        <a:lnTo>
                          <a:pt x="0" y="21304"/>
                        </a:lnTo>
                        <a:close/>
                      </a:path>
                    </a:pathLst>
                  </a:custGeom>
                  <a:noFill/>
                  <a:ln w="19050">
                    <a:solidFill>
                      <a:srgbClr val="3164AB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s-ES"/>
                  </a:p>
                </p:txBody>
              </p:sp>
              <p:sp>
                <p:nvSpPr>
                  <p:cNvPr id="23606" name="Arc 251"/>
                  <p:cNvSpPr>
                    <a:spLocks/>
                  </p:cNvSpPr>
                  <p:nvPr/>
                </p:nvSpPr>
                <p:spPr bwMode="auto">
                  <a:xfrm rot="5400000">
                    <a:off x="1922" y="973"/>
                    <a:ext cx="49" cy="33"/>
                  </a:xfrm>
                  <a:custGeom>
                    <a:avLst/>
                    <a:gdLst>
                      <a:gd name="T0" fmla="*/ 0 w 21600"/>
                      <a:gd name="T1" fmla="*/ 0 h 43174"/>
                      <a:gd name="T2" fmla="*/ 0 w 21600"/>
                      <a:gd name="T3" fmla="*/ 0 h 43174"/>
                      <a:gd name="T4" fmla="*/ 0 w 21600"/>
                      <a:gd name="T5" fmla="*/ 0 h 43174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43174"/>
                      <a:gd name="T11" fmla="*/ 21600 w 21600"/>
                      <a:gd name="T12" fmla="*/ 43174 h 43174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43174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cubicBezTo>
                          <a:pt x="21600" y="33118"/>
                          <a:pt x="12561" y="42610"/>
                          <a:pt x="1057" y="43174"/>
                        </a:cubicBezTo>
                      </a:path>
                      <a:path w="21600" h="43174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cubicBezTo>
                          <a:pt x="21600" y="33118"/>
                          <a:pt x="12561" y="42610"/>
                          <a:pt x="1057" y="43174"/>
                        </a:cubicBezTo>
                        <a:lnTo>
                          <a:pt x="0" y="21600"/>
                        </a:lnTo>
                        <a:close/>
                      </a:path>
                    </a:pathLst>
                  </a:custGeom>
                  <a:noFill/>
                  <a:ln w="19050">
                    <a:solidFill>
                      <a:srgbClr val="3164AB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s-ES"/>
                  </a:p>
                </p:txBody>
              </p:sp>
              <p:sp>
                <p:nvSpPr>
                  <p:cNvPr id="23607" name="Arc 252"/>
                  <p:cNvSpPr>
                    <a:spLocks/>
                  </p:cNvSpPr>
                  <p:nvPr/>
                </p:nvSpPr>
                <p:spPr bwMode="auto">
                  <a:xfrm rot="5400000" flipH="1">
                    <a:off x="1943" y="885"/>
                    <a:ext cx="74" cy="101"/>
                  </a:xfrm>
                  <a:custGeom>
                    <a:avLst/>
                    <a:gdLst>
                      <a:gd name="T0" fmla="*/ 0 w 21600"/>
                      <a:gd name="T1" fmla="*/ 0 h 43099"/>
                      <a:gd name="T2" fmla="*/ 0 w 21600"/>
                      <a:gd name="T3" fmla="*/ 0 h 43099"/>
                      <a:gd name="T4" fmla="*/ 0 w 21600"/>
                      <a:gd name="T5" fmla="*/ 0 h 43099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43099"/>
                      <a:gd name="T11" fmla="*/ 21600 w 21600"/>
                      <a:gd name="T12" fmla="*/ 43099 h 43099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43099" fill="none" extrusionOk="0">
                        <a:moveTo>
                          <a:pt x="1802" y="0"/>
                        </a:moveTo>
                        <a:cubicBezTo>
                          <a:pt x="12994" y="937"/>
                          <a:pt x="21600" y="10294"/>
                          <a:pt x="21600" y="21525"/>
                        </a:cubicBezTo>
                        <a:cubicBezTo>
                          <a:pt x="21600" y="33043"/>
                          <a:pt x="12561" y="42535"/>
                          <a:pt x="1057" y="43099"/>
                        </a:cubicBezTo>
                      </a:path>
                      <a:path w="21600" h="43099" stroke="0" extrusionOk="0">
                        <a:moveTo>
                          <a:pt x="1802" y="0"/>
                        </a:moveTo>
                        <a:cubicBezTo>
                          <a:pt x="12994" y="937"/>
                          <a:pt x="21600" y="10294"/>
                          <a:pt x="21600" y="21525"/>
                        </a:cubicBezTo>
                        <a:cubicBezTo>
                          <a:pt x="21600" y="33043"/>
                          <a:pt x="12561" y="42535"/>
                          <a:pt x="1057" y="43099"/>
                        </a:cubicBezTo>
                        <a:lnTo>
                          <a:pt x="0" y="21525"/>
                        </a:lnTo>
                        <a:close/>
                      </a:path>
                    </a:pathLst>
                  </a:custGeom>
                  <a:noFill/>
                  <a:ln w="19050">
                    <a:solidFill>
                      <a:srgbClr val="3164AB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s-ES"/>
                  </a:p>
                </p:txBody>
              </p:sp>
              <p:sp>
                <p:nvSpPr>
                  <p:cNvPr id="23608" name="Arc 253"/>
                  <p:cNvSpPr>
                    <a:spLocks/>
                  </p:cNvSpPr>
                  <p:nvPr/>
                </p:nvSpPr>
                <p:spPr bwMode="auto">
                  <a:xfrm rot="5400000">
                    <a:off x="1989" y="975"/>
                    <a:ext cx="49" cy="33"/>
                  </a:xfrm>
                  <a:custGeom>
                    <a:avLst/>
                    <a:gdLst>
                      <a:gd name="T0" fmla="*/ 0 w 21600"/>
                      <a:gd name="T1" fmla="*/ 0 h 43174"/>
                      <a:gd name="T2" fmla="*/ 0 w 21600"/>
                      <a:gd name="T3" fmla="*/ 0 h 43174"/>
                      <a:gd name="T4" fmla="*/ 0 w 21600"/>
                      <a:gd name="T5" fmla="*/ 0 h 43174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43174"/>
                      <a:gd name="T11" fmla="*/ 21600 w 21600"/>
                      <a:gd name="T12" fmla="*/ 43174 h 43174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43174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cubicBezTo>
                          <a:pt x="21600" y="33118"/>
                          <a:pt x="12561" y="42610"/>
                          <a:pt x="1057" y="43174"/>
                        </a:cubicBezTo>
                      </a:path>
                      <a:path w="21600" h="43174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cubicBezTo>
                          <a:pt x="21600" y="33118"/>
                          <a:pt x="12561" y="42610"/>
                          <a:pt x="1057" y="43174"/>
                        </a:cubicBezTo>
                        <a:lnTo>
                          <a:pt x="0" y="21600"/>
                        </a:lnTo>
                        <a:close/>
                      </a:path>
                    </a:pathLst>
                  </a:custGeom>
                  <a:noFill/>
                  <a:ln w="19050">
                    <a:solidFill>
                      <a:srgbClr val="3164AB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s-ES"/>
                  </a:p>
                </p:txBody>
              </p:sp>
              <p:sp>
                <p:nvSpPr>
                  <p:cNvPr id="23609" name="Arc 254"/>
                  <p:cNvSpPr>
                    <a:spLocks/>
                  </p:cNvSpPr>
                  <p:nvPr/>
                </p:nvSpPr>
                <p:spPr bwMode="auto">
                  <a:xfrm rot="5400000" flipH="1">
                    <a:off x="2010" y="885"/>
                    <a:ext cx="74" cy="101"/>
                  </a:xfrm>
                  <a:custGeom>
                    <a:avLst/>
                    <a:gdLst>
                      <a:gd name="T0" fmla="*/ 0 w 21600"/>
                      <a:gd name="T1" fmla="*/ 0 h 43099"/>
                      <a:gd name="T2" fmla="*/ 0 w 21600"/>
                      <a:gd name="T3" fmla="*/ 0 h 43099"/>
                      <a:gd name="T4" fmla="*/ 0 w 21600"/>
                      <a:gd name="T5" fmla="*/ 0 h 43099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43099"/>
                      <a:gd name="T11" fmla="*/ 21600 w 21600"/>
                      <a:gd name="T12" fmla="*/ 43099 h 43099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43099" fill="none" extrusionOk="0">
                        <a:moveTo>
                          <a:pt x="1802" y="0"/>
                        </a:moveTo>
                        <a:cubicBezTo>
                          <a:pt x="12994" y="937"/>
                          <a:pt x="21600" y="10294"/>
                          <a:pt x="21600" y="21525"/>
                        </a:cubicBezTo>
                        <a:cubicBezTo>
                          <a:pt x="21600" y="33043"/>
                          <a:pt x="12561" y="42535"/>
                          <a:pt x="1057" y="43099"/>
                        </a:cubicBezTo>
                      </a:path>
                      <a:path w="21600" h="43099" stroke="0" extrusionOk="0">
                        <a:moveTo>
                          <a:pt x="1802" y="0"/>
                        </a:moveTo>
                        <a:cubicBezTo>
                          <a:pt x="12994" y="937"/>
                          <a:pt x="21600" y="10294"/>
                          <a:pt x="21600" y="21525"/>
                        </a:cubicBezTo>
                        <a:cubicBezTo>
                          <a:pt x="21600" y="33043"/>
                          <a:pt x="12561" y="42535"/>
                          <a:pt x="1057" y="43099"/>
                        </a:cubicBezTo>
                        <a:lnTo>
                          <a:pt x="0" y="21525"/>
                        </a:lnTo>
                        <a:close/>
                      </a:path>
                    </a:pathLst>
                  </a:custGeom>
                  <a:noFill/>
                  <a:ln w="19050">
                    <a:solidFill>
                      <a:srgbClr val="3164AB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s-ES"/>
                  </a:p>
                </p:txBody>
              </p:sp>
            </p:grpSp>
            <p:sp>
              <p:nvSpPr>
                <p:cNvPr id="23597" name="Line 255"/>
                <p:cNvSpPr>
                  <a:spLocks noChangeShapeType="1"/>
                </p:cNvSpPr>
                <p:nvPr/>
              </p:nvSpPr>
              <p:spPr bwMode="auto">
                <a:xfrm rot="10800000">
                  <a:off x="1845" y="2945"/>
                  <a:ext cx="650" cy="0"/>
                </a:xfrm>
                <a:prstGeom prst="line">
                  <a:avLst/>
                </a:prstGeom>
                <a:noFill/>
                <a:ln w="19050">
                  <a:solidFill>
                    <a:srgbClr val="3164AB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598" name="Text Box 256"/>
                <p:cNvSpPr txBox="1">
                  <a:spLocks noChangeArrowheads="1"/>
                </p:cNvSpPr>
                <p:nvPr/>
              </p:nvSpPr>
              <p:spPr bwMode="auto">
                <a:xfrm>
                  <a:off x="2022" y="2976"/>
                  <a:ext cx="220" cy="23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lang="en-GB" sz="1800" b="0">
                      <a:solidFill>
                        <a:schemeClr val="tx1"/>
                      </a:solidFill>
                    </a:rPr>
                    <a:t>C</a:t>
                  </a:r>
                  <a:endParaRPr lang="en-GB" sz="1800" b="0" baseline="-250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3599" name="Text Box 257"/>
                <p:cNvSpPr txBox="1">
                  <a:spLocks noChangeArrowheads="1"/>
                </p:cNvSpPr>
                <p:nvPr/>
              </p:nvSpPr>
              <p:spPr bwMode="auto">
                <a:xfrm>
                  <a:off x="1684" y="2961"/>
                  <a:ext cx="196" cy="23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lang="en-GB" sz="1800" b="0">
                      <a:solidFill>
                        <a:schemeClr val="tx1"/>
                      </a:solidFill>
                    </a:rPr>
                    <a:t>L</a:t>
                  </a:r>
                  <a:endParaRPr lang="en-GB" sz="1800" b="0" baseline="-250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3600" name="Text Box 258"/>
                <p:cNvSpPr txBox="1">
                  <a:spLocks noChangeArrowheads="1"/>
                </p:cNvSpPr>
                <p:nvPr/>
              </p:nvSpPr>
              <p:spPr bwMode="auto">
                <a:xfrm>
                  <a:off x="2470" y="2987"/>
                  <a:ext cx="236" cy="23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algn="ctr"/>
                  <a:r>
                    <a:rPr lang="en-GB" sz="1800" b="0">
                      <a:solidFill>
                        <a:schemeClr val="tx1"/>
                      </a:solidFill>
                    </a:rPr>
                    <a:t>+</a:t>
                  </a:r>
                  <a:endParaRPr lang="en-GB" sz="1800" b="0" baseline="-250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3601" name="Text Box 259"/>
                <p:cNvSpPr txBox="1">
                  <a:spLocks noChangeArrowheads="1"/>
                </p:cNvSpPr>
                <p:nvPr/>
              </p:nvSpPr>
              <p:spPr bwMode="auto">
                <a:xfrm>
                  <a:off x="2470" y="3253"/>
                  <a:ext cx="236" cy="23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algn="ctr"/>
                  <a:r>
                    <a:rPr lang="en-GB" sz="1800" b="0">
                      <a:solidFill>
                        <a:schemeClr val="tx1"/>
                      </a:solidFill>
                    </a:rPr>
                    <a:t>-</a:t>
                  </a:r>
                  <a:endParaRPr lang="en-GB" sz="1800" b="0" baseline="-250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3602" name="Line 260"/>
                <p:cNvSpPr>
                  <a:spLocks noChangeShapeType="1"/>
                </p:cNvSpPr>
                <p:nvPr/>
              </p:nvSpPr>
              <p:spPr bwMode="auto">
                <a:xfrm>
                  <a:off x="1344" y="2898"/>
                  <a:ext cx="170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23574" name="Line 261"/>
              <p:cNvSpPr>
                <a:spLocks noChangeShapeType="1"/>
              </p:cNvSpPr>
              <p:nvPr/>
            </p:nvSpPr>
            <p:spPr bwMode="auto">
              <a:xfrm rot="5400000">
                <a:off x="1187" y="3869"/>
                <a:ext cx="327" cy="0"/>
              </a:xfrm>
              <a:prstGeom prst="line">
                <a:avLst/>
              </a:prstGeom>
              <a:noFill/>
              <a:ln w="19050">
                <a:solidFill>
                  <a:srgbClr val="3164AB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23764" name="Group 262"/>
              <p:cNvGrpSpPr>
                <a:grpSpLocks/>
              </p:cNvGrpSpPr>
              <p:nvPr/>
            </p:nvGrpSpPr>
            <p:grpSpPr bwMode="auto">
              <a:xfrm>
                <a:off x="1505" y="3086"/>
                <a:ext cx="570" cy="255"/>
                <a:chOff x="3660" y="3479"/>
                <a:chExt cx="570" cy="255"/>
              </a:xfrm>
            </p:grpSpPr>
            <p:sp>
              <p:nvSpPr>
                <p:cNvPr id="23580" name="Text Box 263"/>
                <p:cNvSpPr txBox="1">
                  <a:spLocks noChangeArrowheads="1"/>
                </p:cNvSpPr>
                <p:nvPr/>
              </p:nvSpPr>
              <p:spPr bwMode="auto">
                <a:xfrm>
                  <a:off x="3799" y="3479"/>
                  <a:ext cx="316" cy="23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algn="ctr"/>
                  <a:r>
                    <a:rPr lang="en-GB" sz="1800">
                      <a:solidFill>
                        <a:schemeClr val="tx1"/>
                      </a:solidFill>
                    </a:rPr>
                    <a:t>v</a:t>
                  </a:r>
                  <a:r>
                    <a:rPr lang="en-GB" sz="1800" baseline="-25000">
                      <a:solidFill>
                        <a:schemeClr val="tx1"/>
                      </a:solidFill>
                    </a:rPr>
                    <a:t>L</a:t>
                  </a:r>
                </a:p>
              </p:txBody>
            </p:sp>
            <p:sp>
              <p:nvSpPr>
                <p:cNvPr id="23581" name="Text Box 264"/>
                <p:cNvSpPr txBox="1">
                  <a:spLocks noChangeArrowheads="1"/>
                </p:cNvSpPr>
                <p:nvPr/>
              </p:nvSpPr>
              <p:spPr bwMode="auto">
                <a:xfrm>
                  <a:off x="3660" y="3501"/>
                  <a:ext cx="236" cy="23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algn="ctr"/>
                  <a:r>
                    <a:rPr lang="en-GB" sz="1800" b="0">
                      <a:solidFill>
                        <a:schemeClr val="tx1"/>
                      </a:solidFill>
                    </a:rPr>
                    <a:t>+</a:t>
                  </a:r>
                  <a:endParaRPr lang="en-GB" sz="1800" b="0" baseline="-250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3582" name="Text Box 265"/>
                <p:cNvSpPr txBox="1">
                  <a:spLocks noChangeArrowheads="1"/>
                </p:cNvSpPr>
                <p:nvPr/>
              </p:nvSpPr>
              <p:spPr bwMode="auto">
                <a:xfrm>
                  <a:off x="3994" y="3503"/>
                  <a:ext cx="236" cy="23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algn="ctr"/>
                  <a:r>
                    <a:rPr lang="en-GB" sz="1800" b="0">
                      <a:solidFill>
                        <a:schemeClr val="tx1"/>
                      </a:solidFill>
                    </a:rPr>
                    <a:t>-</a:t>
                  </a:r>
                  <a:endParaRPr lang="en-GB" sz="1800" b="0" baseline="-2500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23765" name="Group 393"/>
              <p:cNvGrpSpPr>
                <a:grpSpLocks/>
              </p:cNvGrpSpPr>
              <p:nvPr/>
            </p:nvGrpSpPr>
            <p:grpSpPr bwMode="auto">
              <a:xfrm>
                <a:off x="1189" y="3640"/>
                <a:ext cx="314" cy="81"/>
                <a:chOff x="962" y="1273"/>
                <a:chExt cx="314" cy="81"/>
              </a:xfrm>
            </p:grpSpPr>
            <p:sp>
              <p:nvSpPr>
                <p:cNvPr id="23578" name="Rectangle 394"/>
                <p:cNvSpPr>
                  <a:spLocks noChangeArrowheads="1"/>
                </p:cNvSpPr>
                <p:nvPr/>
              </p:nvSpPr>
              <p:spPr bwMode="auto">
                <a:xfrm>
                  <a:off x="1053" y="1314"/>
                  <a:ext cx="132" cy="40"/>
                </a:xfrm>
                <a:prstGeom prst="rect">
                  <a:avLst/>
                </a:prstGeom>
                <a:solidFill>
                  <a:srgbClr val="3164AB"/>
                </a:solidFill>
                <a:ln w="19050">
                  <a:solidFill>
                    <a:srgbClr val="3164AB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  <p:sp>
              <p:nvSpPr>
                <p:cNvPr id="23579" name="Line 395"/>
                <p:cNvSpPr>
                  <a:spLocks noChangeShapeType="1"/>
                </p:cNvSpPr>
                <p:nvPr/>
              </p:nvSpPr>
              <p:spPr bwMode="auto">
                <a:xfrm rot="10800000">
                  <a:off x="962" y="1273"/>
                  <a:ext cx="314" cy="0"/>
                </a:xfrm>
                <a:prstGeom prst="line">
                  <a:avLst/>
                </a:prstGeom>
                <a:noFill/>
                <a:ln w="19050">
                  <a:solidFill>
                    <a:srgbClr val="3164AB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23577" name="Line 396"/>
              <p:cNvSpPr>
                <a:spLocks noChangeShapeType="1"/>
              </p:cNvSpPr>
              <p:nvPr/>
            </p:nvSpPr>
            <p:spPr bwMode="auto">
              <a:xfrm rot="5400000">
                <a:off x="1243" y="3532"/>
                <a:ext cx="213" cy="0"/>
              </a:xfrm>
              <a:prstGeom prst="line">
                <a:avLst/>
              </a:prstGeom>
              <a:noFill/>
              <a:ln w="19050">
                <a:solidFill>
                  <a:srgbClr val="3164AB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23766" name="Group 406"/>
          <p:cNvGrpSpPr>
            <a:grpSpLocks/>
          </p:cNvGrpSpPr>
          <p:nvPr/>
        </p:nvGrpSpPr>
        <p:grpSpPr bwMode="auto">
          <a:xfrm>
            <a:off x="7148513" y="2374900"/>
            <a:ext cx="1476375" cy="396875"/>
            <a:chOff x="4508" y="1313"/>
            <a:chExt cx="930" cy="250"/>
          </a:xfrm>
        </p:grpSpPr>
        <p:sp>
          <p:nvSpPr>
            <p:cNvPr id="23567" name="Line 407"/>
            <p:cNvSpPr>
              <a:spLocks noChangeShapeType="1"/>
            </p:cNvSpPr>
            <p:nvPr/>
          </p:nvSpPr>
          <p:spPr bwMode="auto">
            <a:xfrm>
              <a:off x="4508" y="1340"/>
              <a:ext cx="66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23568" name="Line 408"/>
            <p:cNvSpPr>
              <a:spLocks noChangeShapeType="1"/>
            </p:cNvSpPr>
            <p:nvPr/>
          </p:nvSpPr>
          <p:spPr bwMode="auto">
            <a:xfrm>
              <a:off x="4697" y="1563"/>
              <a:ext cx="47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23569" name="Line 409"/>
            <p:cNvSpPr>
              <a:spLocks noChangeShapeType="1"/>
            </p:cNvSpPr>
            <p:nvPr/>
          </p:nvSpPr>
          <p:spPr bwMode="auto">
            <a:xfrm>
              <a:off x="5106" y="1352"/>
              <a:ext cx="0" cy="19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 type="triangle" w="med" len="med"/>
            </a:ln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23570" name="Text Box 410"/>
            <p:cNvSpPr txBox="1">
              <a:spLocks noChangeArrowheads="1"/>
            </p:cNvSpPr>
            <p:nvPr/>
          </p:nvSpPr>
          <p:spPr bwMode="auto">
            <a:xfrm>
              <a:off x="5116" y="1313"/>
              <a:ext cx="322" cy="25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chemeClr val="tx1"/>
                  </a:solidFill>
                  <a:latin typeface="Symbol" pitchFamily="18" charset="2"/>
                </a:rPr>
                <a:t>D</a:t>
              </a:r>
              <a:r>
                <a:rPr lang="en-US">
                  <a:solidFill>
                    <a:schemeClr val="tx1"/>
                  </a:solidFill>
                </a:rPr>
                <a:t>i</a:t>
              </a:r>
              <a:r>
                <a:rPr lang="en-US" baseline="-25000">
                  <a:solidFill>
                    <a:schemeClr val="tx1"/>
                  </a:solidFill>
                </a:rPr>
                <a:t>L</a:t>
              </a:r>
            </a:p>
          </p:txBody>
        </p:sp>
      </p:grpSp>
      <p:sp>
        <p:nvSpPr>
          <p:cNvPr id="553371" name="Text Box 411"/>
          <p:cNvSpPr txBox="1">
            <a:spLocks noChangeArrowheads="1"/>
          </p:cNvSpPr>
          <p:nvPr/>
        </p:nvSpPr>
        <p:spPr bwMode="auto">
          <a:xfrm>
            <a:off x="5564188" y="5794375"/>
            <a:ext cx="2325829" cy="64633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buFont typeface="Wingdings" pitchFamily="2" charset="2"/>
              <a:buChar char="Ø"/>
            </a:pPr>
            <a:r>
              <a:rPr lang="en-US" dirty="0">
                <a:solidFill>
                  <a:schemeClr val="bg2"/>
                </a:solidFill>
              </a:rPr>
              <a:t> </a:t>
            </a:r>
            <a:r>
              <a:rPr lang="en-US" dirty="0">
                <a:solidFill>
                  <a:schemeClr val="accent3">
                    <a:lumMod val="50000"/>
                  </a:schemeClr>
                </a:solidFill>
              </a:rPr>
              <a:t>From Faraday’s law: </a:t>
            </a:r>
          </a:p>
          <a:p>
            <a:pPr algn="ctr"/>
            <a:r>
              <a:rPr lang="en-US" dirty="0"/>
              <a:t> </a:t>
            </a:r>
            <a:r>
              <a:rPr lang="en-US" dirty="0" err="1">
                <a:solidFill>
                  <a:schemeClr val="tx1"/>
                </a:solidFill>
                <a:latin typeface="Symbol" pitchFamily="18" charset="2"/>
              </a:rPr>
              <a:t>D</a:t>
            </a:r>
            <a:r>
              <a:rPr lang="en-US" dirty="0" err="1">
                <a:solidFill>
                  <a:schemeClr val="tx1"/>
                </a:solidFill>
              </a:rPr>
              <a:t>i</a:t>
            </a:r>
            <a:r>
              <a:rPr lang="en-US" baseline="-25000" dirty="0" err="1">
                <a:solidFill>
                  <a:schemeClr val="tx1"/>
                </a:solidFill>
              </a:rPr>
              <a:t>L</a:t>
            </a:r>
            <a:r>
              <a:rPr lang="en-US" dirty="0">
                <a:solidFill>
                  <a:schemeClr val="tx1"/>
                </a:solidFill>
              </a:rPr>
              <a:t> = </a:t>
            </a:r>
            <a:r>
              <a:rPr lang="en-US" dirty="0" err="1">
                <a:solidFill>
                  <a:schemeClr val="tx1"/>
                </a:solidFill>
              </a:rPr>
              <a:t>v</a:t>
            </a:r>
            <a:r>
              <a:rPr lang="en-US" baseline="-25000" dirty="0" err="1">
                <a:solidFill>
                  <a:schemeClr val="tx1"/>
                </a:solidFill>
              </a:rPr>
              <a:t>g</a:t>
            </a:r>
            <a:r>
              <a:rPr lang="en-US" dirty="0" err="1">
                <a:solidFill>
                  <a:schemeClr val="tx1"/>
                </a:solidFill>
              </a:rPr>
              <a:t>dT</a:t>
            </a:r>
            <a:r>
              <a:rPr lang="en-US" dirty="0">
                <a:solidFill>
                  <a:schemeClr val="tx1"/>
                </a:solidFill>
              </a:rPr>
              <a:t>/L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3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553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3371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52400"/>
            <a:ext cx="8534400" cy="6400800"/>
          </a:xfrm>
        </p:spPr>
        <p:txBody>
          <a:bodyPr>
            <a:normAutofit/>
          </a:bodyPr>
          <a:lstStyle/>
          <a:p>
            <a:r>
              <a:rPr lang="en-US" dirty="0" smtClean="0"/>
              <a:t>The Switch is ON and represents a short circuit </a:t>
            </a:r>
          </a:p>
          <a:p>
            <a:r>
              <a:rPr lang="en-US" dirty="0" smtClean="0"/>
              <a:t>All the current will flow through the switch and the inductor and back to the DC input source.</a:t>
            </a:r>
          </a:p>
          <a:p>
            <a:r>
              <a:rPr lang="en-US" dirty="0" smtClean="0"/>
              <a:t>The </a:t>
            </a:r>
            <a:r>
              <a:rPr lang="en-US" dirty="0" smtClean="0">
                <a:hlinkClick r:id="rId2"/>
              </a:rPr>
              <a:t>inductor</a:t>
            </a:r>
            <a:r>
              <a:rPr lang="en-US" dirty="0" smtClean="0"/>
              <a:t> stores charge during the time the switch is ON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grpSp>
        <p:nvGrpSpPr>
          <p:cNvPr id="4" name="Group 378"/>
          <p:cNvGrpSpPr>
            <a:grpSpLocks/>
          </p:cNvGrpSpPr>
          <p:nvPr/>
        </p:nvGrpSpPr>
        <p:grpSpPr bwMode="auto">
          <a:xfrm>
            <a:off x="381000" y="3581400"/>
            <a:ext cx="4229100" cy="1685925"/>
            <a:chOff x="164" y="632"/>
            <a:chExt cx="2664" cy="1062"/>
          </a:xfrm>
        </p:grpSpPr>
        <p:sp>
          <p:nvSpPr>
            <p:cNvPr id="5" name="Line 212"/>
            <p:cNvSpPr>
              <a:spLocks noChangeShapeType="1"/>
            </p:cNvSpPr>
            <p:nvPr/>
          </p:nvSpPr>
          <p:spPr bwMode="auto">
            <a:xfrm rot="10800000">
              <a:off x="321" y="1694"/>
              <a:ext cx="218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Line 213"/>
            <p:cNvSpPr>
              <a:spLocks noChangeShapeType="1"/>
            </p:cNvSpPr>
            <p:nvPr/>
          </p:nvSpPr>
          <p:spPr bwMode="auto">
            <a:xfrm rot="10800000" flipH="1">
              <a:off x="2066" y="994"/>
              <a:ext cx="0" cy="302"/>
            </a:xfrm>
            <a:prstGeom prst="line">
              <a:avLst/>
            </a:prstGeom>
            <a:noFill/>
            <a:ln w="19050" cap="rnd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Line 214"/>
            <p:cNvSpPr>
              <a:spLocks noChangeShapeType="1"/>
            </p:cNvSpPr>
            <p:nvPr/>
          </p:nvSpPr>
          <p:spPr bwMode="auto">
            <a:xfrm>
              <a:off x="2066" y="1351"/>
              <a:ext cx="0" cy="337"/>
            </a:xfrm>
            <a:prstGeom prst="line">
              <a:avLst/>
            </a:prstGeom>
            <a:noFill/>
            <a:ln w="19050" cap="rnd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 Box 215"/>
            <p:cNvSpPr txBox="1">
              <a:spLocks noChangeArrowheads="1"/>
            </p:cNvSpPr>
            <p:nvPr/>
          </p:nvSpPr>
          <p:spPr bwMode="auto">
            <a:xfrm>
              <a:off x="2047" y="1323"/>
              <a:ext cx="203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/>
              <a:r>
                <a:rPr lang="es-ES" sz="1800">
                  <a:solidFill>
                    <a:schemeClr val="tx1"/>
                  </a:solidFill>
                </a:rPr>
                <a:t>+</a:t>
              </a:r>
              <a:endParaRPr lang="es-ES" sz="1800" baseline="-25000">
                <a:solidFill>
                  <a:schemeClr val="tx1"/>
                </a:solidFill>
              </a:endParaRPr>
            </a:p>
          </p:txBody>
        </p:sp>
        <p:sp>
          <p:nvSpPr>
            <p:cNvPr id="9" name="Text Box 216"/>
            <p:cNvSpPr txBox="1">
              <a:spLocks noChangeArrowheads="1"/>
            </p:cNvSpPr>
            <p:nvPr/>
          </p:nvSpPr>
          <p:spPr bwMode="auto">
            <a:xfrm>
              <a:off x="2053" y="1101"/>
              <a:ext cx="1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/>
              <a:r>
                <a:rPr lang="es-ES" sz="1800">
                  <a:solidFill>
                    <a:schemeClr val="tx1"/>
                  </a:solidFill>
                </a:rPr>
                <a:t>-</a:t>
              </a:r>
              <a:endParaRPr lang="es-ES" sz="1800" baseline="-25000">
                <a:solidFill>
                  <a:schemeClr val="tx1"/>
                </a:solidFill>
              </a:endParaRPr>
            </a:p>
          </p:txBody>
        </p:sp>
        <p:grpSp>
          <p:nvGrpSpPr>
            <p:cNvPr id="10" name="Group 217"/>
            <p:cNvGrpSpPr>
              <a:grpSpLocks/>
            </p:cNvGrpSpPr>
            <p:nvPr/>
          </p:nvGrpSpPr>
          <p:grpSpPr bwMode="auto">
            <a:xfrm>
              <a:off x="1979" y="774"/>
              <a:ext cx="175" cy="35"/>
              <a:chOff x="3022" y="1322"/>
              <a:chExt cx="125" cy="35"/>
            </a:xfrm>
          </p:grpSpPr>
          <p:sp>
            <p:nvSpPr>
              <p:cNvPr id="74" name="Line 218"/>
              <p:cNvSpPr>
                <a:spLocks noChangeShapeType="1"/>
              </p:cNvSpPr>
              <p:nvPr/>
            </p:nvSpPr>
            <p:spPr bwMode="auto">
              <a:xfrm>
                <a:off x="3022" y="1322"/>
                <a:ext cx="125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" name="Line 219"/>
              <p:cNvSpPr>
                <a:spLocks noChangeShapeType="1"/>
              </p:cNvSpPr>
              <p:nvPr/>
            </p:nvSpPr>
            <p:spPr bwMode="auto">
              <a:xfrm>
                <a:off x="3022" y="1357"/>
                <a:ext cx="125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1" name="Text Box 220"/>
            <p:cNvSpPr txBox="1">
              <a:spLocks noChangeArrowheads="1"/>
            </p:cNvSpPr>
            <p:nvPr/>
          </p:nvSpPr>
          <p:spPr bwMode="auto">
            <a:xfrm>
              <a:off x="1795" y="1340"/>
              <a:ext cx="220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es-ES" sz="1800" b="0">
                  <a:solidFill>
                    <a:schemeClr val="tx1"/>
                  </a:solidFill>
                </a:rPr>
                <a:t>C</a:t>
              </a:r>
              <a:endParaRPr lang="es-ES" sz="1800" b="0" baseline="-25000">
                <a:solidFill>
                  <a:schemeClr val="tx1"/>
                </a:solidFill>
              </a:endParaRPr>
            </a:p>
          </p:txBody>
        </p:sp>
        <p:sp>
          <p:nvSpPr>
            <p:cNvPr id="12" name="Line 221"/>
            <p:cNvSpPr>
              <a:spLocks noChangeShapeType="1"/>
            </p:cNvSpPr>
            <p:nvPr/>
          </p:nvSpPr>
          <p:spPr bwMode="auto">
            <a:xfrm>
              <a:off x="1686" y="986"/>
              <a:ext cx="81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Line 222"/>
            <p:cNvSpPr>
              <a:spLocks noChangeShapeType="1"/>
            </p:cNvSpPr>
            <p:nvPr/>
          </p:nvSpPr>
          <p:spPr bwMode="auto">
            <a:xfrm rot="10800000">
              <a:off x="770" y="982"/>
              <a:ext cx="0" cy="13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" name="Freeform 223"/>
            <p:cNvSpPr>
              <a:spLocks/>
            </p:cNvSpPr>
            <p:nvPr/>
          </p:nvSpPr>
          <p:spPr bwMode="auto">
            <a:xfrm rot="16200000" flipV="1">
              <a:off x="865" y="977"/>
              <a:ext cx="140" cy="153"/>
            </a:xfrm>
            <a:custGeom>
              <a:avLst/>
              <a:gdLst>
                <a:gd name="T0" fmla="*/ 0 w 244"/>
                <a:gd name="T1" fmla="*/ 3 h 296"/>
                <a:gd name="T2" fmla="*/ 5 w 244"/>
                <a:gd name="T3" fmla="*/ 3 h 296"/>
                <a:gd name="T4" fmla="*/ 5 w 244"/>
                <a:gd name="T5" fmla="*/ 0 h 296"/>
                <a:gd name="T6" fmla="*/ 0 60000 65536"/>
                <a:gd name="T7" fmla="*/ 0 60000 65536"/>
                <a:gd name="T8" fmla="*/ 0 60000 65536"/>
                <a:gd name="T9" fmla="*/ 0 w 244"/>
                <a:gd name="T10" fmla="*/ 0 h 296"/>
                <a:gd name="T11" fmla="*/ 244 w 244"/>
                <a:gd name="T12" fmla="*/ 296 h 29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44" h="296">
                  <a:moveTo>
                    <a:pt x="0" y="296"/>
                  </a:moveTo>
                  <a:lnTo>
                    <a:pt x="244" y="296"/>
                  </a:lnTo>
                  <a:lnTo>
                    <a:pt x="244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15" name="Line 224"/>
            <p:cNvSpPr>
              <a:spLocks noChangeShapeType="1"/>
            </p:cNvSpPr>
            <p:nvPr/>
          </p:nvSpPr>
          <p:spPr bwMode="auto">
            <a:xfrm rot="-5400000">
              <a:off x="861" y="1099"/>
              <a:ext cx="0" cy="5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" name="Freeform 225"/>
            <p:cNvSpPr>
              <a:spLocks/>
            </p:cNvSpPr>
            <p:nvPr/>
          </p:nvSpPr>
          <p:spPr bwMode="auto">
            <a:xfrm rot="-5400000">
              <a:off x="502" y="923"/>
              <a:ext cx="139" cy="259"/>
            </a:xfrm>
            <a:custGeom>
              <a:avLst/>
              <a:gdLst>
                <a:gd name="T0" fmla="*/ 0 w 244"/>
                <a:gd name="T1" fmla="*/ 116 h 296"/>
                <a:gd name="T2" fmla="*/ 5 w 244"/>
                <a:gd name="T3" fmla="*/ 116 h 296"/>
                <a:gd name="T4" fmla="*/ 5 w 244"/>
                <a:gd name="T5" fmla="*/ 0 h 296"/>
                <a:gd name="T6" fmla="*/ 0 60000 65536"/>
                <a:gd name="T7" fmla="*/ 0 60000 65536"/>
                <a:gd name="T8" fmla="*/ 0 60000 65536"/>
                <a:gd name="T9" fmla="*/ 0 w 244"/>
                <a:gd name="T10" fmla="*/ 0 h 296"/>
                <a:gd name="T11" fmla="*/ 244 w 244"/>
                <a:gd name="T12" fmla="*/ 296 h 29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44" h="296">
                  <a:moveTo>
                    <a:pt x="0" y="296"/>
                  </a:moveTo>
                  <a:lnTo>
                    <a:pt x="244" y="296"/>
                  </a:lnTo>
                  <a:lnTo>
                    <a:pt x="244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17" name="Freeform 226"/>
            <p:cNvSpPr>
              <a:spLocks/>
            </p:cNvSpPr>
            <p:nvPr/>
          </p:nvSpPr>
          <p:spPr bwMode="auto">
            <a:xfrm rot="-5400000">
              <a:off x="699" y="1144"/>
              <a:ext cx="160" cy="214"/>
            </a:xfrm>
            <a:custGeom>
              <a:avLst/>
              <a:gdLst>
                <a:gd name="T0" fmla="*/ 1 w 372"/>
                <a:gd name="T1" fmla="*/ 0 h 456"/>
                <a:gd name="T2" fmla="*/ 1 w 372"/>
                <a:gd name="T3" fmla="*/ 2 h 456"/>
                <a:gd name="T4" fmla="*/ 0 w 372"/>
                <a:gd name="T5" fmla="*/ 2 h 456"/>
                <a:gd name="T6" fmla="*/ 0 60000 65536"/>
                <a:gd name="T7" fmla="*/ 0 60000 65536"/>
                <a:gd name="T8" fmla="*/ 0 60000 65536"/>
                <a:gd name="T9" fmla="*/ 0 w 372"/>
                <a:gd name="T10" fmla="*/ 0 h 456"/>
                <a:gd name="T11" fmla="*/ 372 w 372"/>
                <a:gd name="T12" fmla="*/ 456 h 45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72" h="456">
                  <a:moveTo>
                    <a:pt x="372" y="0"/>
                  </a:moveTo>
                  <a:lnTo>
                    <a:pt x="372" y="456"/>
                  </a:lnTo>
                  <a:lnTo>
                    <a:pt x="0" y="456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18" name="Line 227"/>
            <p:cNvSpPr>
              <a:spLocks noChangeShapeType="1"/>
            </p:cNvSpPr>
            <p:nvPr/>
          </p:nvSpPr>
          <p:spPr bwMode="auto">
            <a:xfrm rot="5400000">
              <a:off x="833" y="915"/>
              <a:ext cx="0" cy="13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" name="Line 228"/>
            <p:cNvSpPr>
              <a:spLocks noChangeShapeType="1"/>
            </p:cNvSpPr>
            <p:nvPr/>
          </p:nvSpPr>
          <p:spPr bwMode="auto">
            <a:xfrm rot="-5400000">
              <a:off x="773" y="1099"/>
              <a:ext cx="0" cy="5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" name="Line 229"/>
            <p:cNvSpPr>
              <a:spLocks noChangeShapeType="1"/>
            </p:cNvSpPr>
            <p:nvPr/>
          </p:nvSpPr>
          <p:spPr bwMode="auto">
            <a:xfrm rot="-5400000">
              <a:off x="701" y="1099"/>
              <a:ext cx="0" cy="5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1" name="Group 230"/>
            <p:cNvGrpSpPr>
              <a:grpSpLocks/>
            </p:cNvGrpSpPr>
            <p:nvPr/>
          </p:nvGrpSpPr>
          <p:grpSpPr bwMode="auto">
            <a:xfrm rot="10800000">
              <a:off x="1574" y="921"/>
              <a:ext cx="110" cy="124"/>
              <a:chOff x="2770" y="799"/>
              <a:chExt cx="110" cy="124"/>
            </a:xfrm>
          </p:grpSpPr>
          <p:sp>
            <p:nvSpPr>
              <p:cNvPr id="72" name="AutoShape 231"/>
              <p:cNvSpPr>
                <a:spLocks noChangeArrowheads="1"/>
              </p:cNvSpPr>
              <p:nvPr/>
            </p:nvSpPr>
            <p:spPr bwMode="auto">
              <a:xfrm rot="5400000">
                <a:off x="2762" y="811"/>
                <a:ext cx="116" cy="100"/>
              </a:xfrm>
              <a:prstGeom prst="triangle">
                <a:avLst>
                  <a:gd name="adj" fmla="val 50000"/>
                </a:avLst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73" name="Line 232"/>
              <p:cNvSpPr>
                <a:spLocks noChangeShapeType="1"/>
              </p:cNvSpPr>
              <p:nvPr/>
            </p:nvSpPr>
            <p:spPr bwMode="auto">
              <a:xfrm>
                <a:off x="2880" y="799"/>
                <a:ext cx="0" cy="12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2" name="Line 233"/>
            <p:cNvSpPr>
              <a:spLocks noChangeShapeType="1"/>
            </p:cNvSpPr>
            <p:nvPr/>
          </p:nvSpPr>
          <p:spPr bwMode="auto">
            <a:xfrm rot="-5400000">
              <a:off x="1164" y="1113"/>
              <a:ext cx="25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 Box 234"/>
            <p:cNvSpPr txBox="1">
              <a:spLocks noChangeArrowheads="1"/>
            </p:cNvSpPr>
            <p:nvPr/>
          </p:nvSpPr>
          <p:spPr bwMode="auto">
            <a:xfrm>
              <a:off x="1673" y="975"/>
              <a:ext cx="220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es-ES" sz="1800" b="0">
                  <a:solidFill>
                    <a:schemeClr val="tx1"/>
                  </a:solidFill>
                </a:rPr>
                <a:t>D</a:t>
              </a:r>
              <a:endParaRPr lang="es-ES" sz="1800" b="0" baseline="-25000">
                <a:solidFill>
                  <a:schemeClr val="tx1"/>
                </a:solidFill>
              </a:endParaRPr>
            </a:p>
          </p:txBody>
        </p:sp>
        <p:grpSp>
          <p:nvGrpSpPr>
            <p:cNvPr id="24" name="Group 235"/>
            <p:cNvGrpSpPr>
              <a:grpSpLocks/>
            </p:cNvGrpSpPr>
            <p:nvPr/>
          </p:nvGrpSpPr>
          <p:grpSpPr bwMode="auto">
            <a:xfrm rot="5400000">
              <a:off x="1154" y="1334"/>
              <a:ext cx="304" cy="119"/>
              <a:chOff x="1793" y="897"/>
              <a:chExt cx="304" cy="119"/>
            </a:xfrm>
          </p:grpSpPr>
          <p:sp>
            <p:nvSpPr>
              <p:cNvPr id="65" name="Arc 236"/>
              <p:cNvSpPr>
                <a:spLocks/>
              </p:cNvSpPr>
              <p:nvPr/>
            </p:nvSpPr>
            <p:spPr bwMode="auto">
              <a:xfrm rot="5400000" flipH="1">
                <a:off x="1876" y="884"/>
                <a:ext cx="74" cy="101"/>
              </a:xfrm>
              <a:custGeom>
                <a:avLst/>
                <a:gdLst>
                  <a:gd name="T0" fmla="*/ 0 w 21600"/>
                  <a:gd name="T1" fmla="*/ 0 h 43099"/>
                  <a:gd name="T2" fmla="*/ 0 w 21600"/>
                  <a:gd name="T3" fmla="*/ 0 h 43099"/>
                  <a:gd name="T4" fmla="*/ 0 w 21600"/>
                  <a:gd name="T5" fmla="*/ 0 h 43099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43099"/>
                  <a:gd name="T11" fmla="*/ 21600 w 21600"/>
                  <a:gd name="T12" fmla="*/ 43099 h 4309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43099" fill="none" extrusionOk="0">
                    <a:moveTo>
                      <a:pt x="1802" y="0"/>
                    </a:moveTo>
                    <a:cubicBezTo>
                      <a:pt x="12994" y="937"/>
                      <a:pt x="21600" y="10294"/>
                      <a:pt x="21600" y="21525"/>
                    </a:cubicBezTo>
                    <a:cubicBezTo>
                      <a:pt x="21600" y="33043"/>
                      <a:pt x="12561" y="42535"/>
                      <a:pt x="1057" y="43099"/>
                    </a:cubicBezTo>
                  </a:path>
                  <a:path w="21600" h="43099" stroke="0" extrusionOk="0">
                    <a:moveTo>
                      <a:pt x="1802" y="0"/>
                    </a:moveTo>
                    <a:cubicBezTo>
                      <a:pt x="12994" y="937"/>
                      <a:pt x="21600" y="10294"/>
                      <a:pt x="21600" y="21525"/>
                    </a:cubicBezTo>
                    <a:cubicBezTo>
                      <a:pt x="21600" y="33043"/>
                      <a:pt x="12561" y="42535"/>
                      <a:pt x="1057" y="43099"/>
                    </a:cubicBezTo>
                    <a:lnTo>
                      <a:pt x="0" y="21525"/>
                    </a:lnTo>
                    <a:close/>
                  </a:path>
                </a:pathLst>
              </a:cu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66" name="Arc 237"/>
              <p:cNvSpPr>
                <a:spLocks/>
              </p:cNvSpPr>
              <p:nvPr/>
            </p:nvSpPr>
            <p:spPr bwMode="auto">
              <a:xfrm rot="5400000">
                <a:off x="1855" y="974"/>
                <a:ext cx="49" cy="33"/>
              </a:xfrm>
              <a:custGeom>
                <a:avLst/>
                <a:gdLst>
                  <a:gd name="T0" fmla="*/ 0 w 21600"/>
                  <a:gd name="T1" fmla="*/ 0 h 43174"/>
                  <a:gd name="T2" fmla="*/ 0 w 21600"/>
                  <a:gd name="T3" fmla="*/ 0 h 43174"/>
                  <a:gd name="T4" fmla="*/ 0 w 21600"/>
                  <a:gd name="T5" fmla="*/ 0 h 43174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43174"/>
                  <a:gd name="T11" fmla="*/ 21600 w 21600"/>
                  <a:gd name="T12" fmla="*/ 43174 h 4317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43174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118"/>
                      <a:pt x="12561" y="42610"/>
                      <a:pt x="1057" y="43174"/>
                    </a:cubicBezTo>
                  </a:path>
                  <a:path w="21600" h="43174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118"/>
                      <a:pt x="12561" y="42610"/>
                      <a:pt x="1057" y="43174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67" name="Arc 238"/>
              <p:cNvSpPr>
                <a:spLocks/>
              </p:cNvSpPr>
              <p:nvPr/>
            </p:nvSpPr>
            <p:spPr bwMode="auto">
              <a:xfrm rot="5400000" flipH="1">
                <a:off x="1801" y="889"/>
                <a:ext cx="88" cy="103"/>
              </a:xfrm>
              <a:custGeom>
                <a:avLst/>
                <a:gdLst>
                  <a:gd name="T0" fmla="*/ 0 w 21600"/>
                  <a:gd name="T1" fmla="*/ 0 h 42611"/>
                  <a:gd name="T2" fmla="*/ 0 w 21600"/>
                  <a:gd name="T3" fmla="*/ 0 h 42611"/>
                  <a:gd name="T4" fmla="*/ 0 w 21600"/>
                  <a:gd name="T5" fmla="*/ 0 h 42611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42611"/>
                  <a:gd name="T11" fmla="*/ 21600 w 21600"/>
                  <a:gd name="T12" fmla="*/ 42611 h 4261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42611" fill="none" extrusionOk="0">
                    <a:moveTo>
                      <a:pt x="3562" y="-1"/>
                    </a:moveTo>
                    <a:cubicBezTo>
                      <a:pt x="13972" y="1740"/>
                      <a:pt x="21600" y="10749"/>
                      <a:pt x="21600" y="21304"/>
                    </a:cubicBezTo>
                    <a:cubicBezTo>
                      <a:pt x="21600" y="31864"/>
                      <a:pt x="13963" y="40877"/>
                      <a:pt x="3545" y="42610"/>
                    </a:cubicBezTo>
                  </a:path>
                  <a:path w="21600" h="42611" stroke="0" extrusionOk="0">
                    <a:moveTo>
                      <a:pt x="3562" y="-1"/>
                    </a:moveTo>
                    <a:cubicBezTo>
                      <a:pt x="13972" y="1740"/>
                      <a:pt x="21600" y="10749"/>
                      <a:pt x="21600" y="21304"/>
                    </a:cubicBezTo>
                    <a:cubicBezTo>
                      <a:pt x="21600" y="31864"/>
                      <a:pt x="13963" y="40877"/>
                      <a:pt x="3545" y="42610"/>
                    </a:cubicBezTo>
                    <a:lnTo>
                      <a:pt x="0" y="21304"/>
                    </a:lnTo>
                    <a:close/>
                  </a:path>
                </a:pathLst>
              </a:cu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68" name="Arc 239"/>
              <p:cNvSpPr>
                <a:spLocks/>
              </p:cNvSpPr>
              <p:nvPr/>
            </p:nvSpPr>
            <p:spPr bwMode="auto">
              <a:xfrm rot="5400000">
                <a:off x="1922" y="973"/>
                <a:ext cx="49" cy="33"/>
              </a:xfrm>
              <a:custGeom>
                <a:avLst/>
                <a:gdLst>
                  <a:gd name="T0" fmla="*/ 0 w 21600"/>
                  <a:gd name="T1" fmla="*/ 0 h 43174"/>
                  <a:gd name="T2" fmla="*/ 0 w 21600"/>
                  <a:gd name="T3" fmla="*/ 0 h 43174"/>
                  <a:gd name="T4" fmla="*/ 0 w 21600"/>
                  <a:gd name="T5" fmla="*/ 0 h 43174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43174"/>
                  <a:gd name="T11" fmla="*/ 21600 w 21600"/>
                  <a:gd name="T12" fmla="*/ 43174 h 4317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43174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118"/>
                      <a:pt x="12561" y="42610"/>
                      <a:pt x="1057" y="43174"/>
                    </a:cubicBezTo>
                  </a:path>
                  <a:path w="21600" h="43174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118"/>
                      <a:pt x="12561" y="42610"/>
                      <a:pt x="1057" y="43174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69" name="Arc 240"/>
              <p:cNvSpPr>
                <a:spLocks/>
              </p:cNvSpPr>
              <p:nvPr/>
            </p:nvSpPr>
            <p:spPr bwMode="auto">
              <a:xfrm rot="5400000" flipH="1">
                <a:off x="1943" y="885"/>
                <a:ext cx="74" cy="101"/>
              </a:xfrm>
              <a:custGeom>
                <a:avLst/>
                <a:gdLst>
                  <a:gd name="T0" fmla="*/ 0 w 21600"/>
                  <a:gd name="T1" fmla="*/ 0 h 43099"/>
                  <a:gd name="T2" fmla="*/ 0 w 21600"/>
                  <a:gd name="T3" fmla="*/ 0 h 43099"/>
                  <a:gd name="T4" fmla="*/ 0 w 21600"/>
                  <a:gd name="T5" fmla="*/ 0 h 43099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43099"/>
                  <a:gd name="T11" fmla="*/ 21600 w 21600"/>
                  <a:gd name="T12" fmla="*/ 43099 h 4309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43099" fill="none" extrusionOk="0">
                    <a:moveTo>
                      <a:pt x="1802" y="0"/>
                    </a:moveTo>
                    <a:cubicBezTo>
                      <a:pt x="12994" y="937"/>
                      <a:pt x="21600" y="10294"/>
                      <a:pt x="21600" y="21525"/>
                    </a:cubicBezTo>
                    <a:cubicBezTo>
                      <a:pt x="21600" y="33043"/>
                      <a:pt x="12561" y="42535"/>
                      <a:pt x="1057" y="43099"/>
                    </a:cubicBezTo>
                  </a:path>
                  <a:path w="21600" h="43099" stroke="0" extrusionOk="0">
                    <a:moveTo>
                      <a:pt x="1802" y="0"/>
                    </a:moveTo>
                    <a:cubicBezTo>
                      <a:pt x="12994" y="937"/>
                      <a:pt x="21600" y="10294"/>
                      <a:pt x="21600" y="21525"/>
                    </a:cubicBezTo>
                    <a:cubicBezTo>
                      <a:pt x="21600" y="33043"/>
                      <a:pt x="12561" y="42535"/>
                      <a:pt x="1057" y="43099"/>
                    </a:cubicBezTo>
                    <a:lnTo>
                      <a:pt x="0" y="21525"/>
                    </a:lnTo>
                    <a:close/>
                  </a:path>
                </a:pathLst>
              </a:cu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70" name="Arc 241"/>
              <p:cNvSpPr>
                <a:spLocks/>
              </p:cNvSpPr>
              <p:nvPr/>
            </p:nvSpPr>
            <p:spPr bwMode="auto">
              <a:xfrm rot="5400000">
                <a:off x="1989" y="975"/>
                <a:ext cx="49" cy="33"/>
              </a:xfrm>
              <a:custGeom>
                <a:avLst/>
                <a:gdLst>
                  <a:gd name="T0" fmla="*/ 0 w 21600"/>
                  <a:gd name="T1" fmla="*/ 0 h 43174"/>
                  <a:gd name="T2" fmla="*/ 0 w 21600"/>
                  <a:gd name="T3" fmla="*/ 0 h 43174"/>
                  <a:gd name="T4" fmla="*/ 0 w 21600"/>
                  <a:gd name="T5" fmla="*/ 0 h 43174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43174"/>
                  <a:gd name="T11" fmla="*/ 21600 w 21600"/>
                  <a:gd name="T12" fmla="*/ 43174 h 4317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43174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118"/>
                      <a:pt x="12561" y="42610"/>
                      <a:pt x="1057" y="43174"/>
                    </a:cubicBezTo>
                  </a:path>
                  <a:path w="21600" h="43174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118"/>
                      <a:pt x="12561" y="42610"/>
                      <a:pt x="1057" y="43174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71" name="Arc 242"/>
              <p:cNvSpPr>
                <a:spLocks/>
              </p:cNvSpPr>
              <p:nvPr/>
            </p:nvSpPr>
            <p:spPr bwMode="auto">
              <a:xfrm rot="5400000" flipH="1">
                <a:off x="2010" y="885"/>
                <a:ext cx="74" cy="101"/>
              </a:xfrm>
              <a:custGeom>
                <a:avLst/>
                <a:gdLst>
                  <a:gd name="T0" fmla="*/ 0 w 21600"/>
                  <a:gd name="T1" fmla="*/ 0 h 43099"/>
                  <a:gd name="T2" fmla="*/ 0 w 21600"/>
                  <a:gd name="T3" fmla="*/ 0 h 43099"/>
                  <a:gd name="T4" fmla="*/ 0 w 21600"/>
                  <a:gd name="T5" fmla="*/ 0 h 43099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43099"/>
                  <a:gd name="T11" fmla="*/ 21600 w 21600"/>
                  <a:gd name="T12" fmla="*/ 43099 h 4309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43099" fill="none" extrusionOk="0">
                    <a:moveTo>
                      <a:pt x="1802" y="0"/>
                    </a:moveTo>
                    <a:cubicBezTo>
                      <a:pt x="12994" y="937"/>
                      <a:pt x="21600" y="10294"/>
                      <a:pt x="21600" y="21525"/>
                    </a:cubicBezTo>
                    <a:cubicBezTo>
                      <a:pt x="21600" y="33043"/>
                      <a:pt x="12561" y="42535"/>
                      <a:pt x="1057" y="43099"/>
                    </a:cubicBezTo>
                  </a:path>
                  <a:path w="21600" h="43099" stroke="0" extrusionOk="0">
                    <a:moveTo>
                      <a:pt x="1802" y="0"/>
                    </a:moveTo>
                    <a:cubicBezTo>
                      <a:pt x="12994" y="937"/>
                      <a:pt x="21600" y="10294"/>
                      <a:pt x="21600" y="21525"/>
                    </a:cubicBezTo>
                    <a:cubicBezTo>
                      <a:pt x="21600" y="33043"/>
                      <a:pt x="12561" y="42535"/>
                      <a:pt x="1057" y="43099"/>
                    </a:cubicBezTo>
                    <a:lnTo>
                      <a:pt x="0" y="21525"/>
                    </a:lnTo>
                    <a:close/>
                  </a:path>
                </a:pathLst>
              </a:cu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s-ES"/>
              </a:p>
            </p:txBody>
          </p:sp>
        </p:grpSp>
        <p:sp>
          <p:nvSpPr>
            <p:cNvPr id="25" name="Line 243"/>
            <p:cNvSpPr>
              <a:spLocks noChangeShapeType="1"/>
            </p:cNvSpPr>
            <p:nvPr/>
          </p:nvSpPr>
          <p:spPr bwMode="auto">
            <a:xfrm rot="10800000">
              <a:off x="1011" y="984"/>
              <a:ext cx="56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Line 244"/>
            <p:cNvSpPr>
              <a:spLocks noChangeShapeType="1"/>
            </p:cNvSpPr>
            <p:nvPr/>
          </p:nvSpPr>
          <p:spPr bwMode="auto">
            <a:xfrm rot="5400000">
              <a:off x="1216" y="1618"/>
              <a:ext cx="14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Line 245"/>
            <p:cNvSpPr>
              <a:spLocks noChangeShapeType="1"/>
            </p:cNvSpPr>
            <p:nvPr/>
          </p:nvSpPr>
          <p:spPr bwMode="auto">
            <a:xfrm rot="10800000">
              <a:off x="321" y="983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 Box 246"/>
            <p:cNvSpPr txBox="1">
              <a:spLocks noChangeArrowheads="1"/>
            </p:cNvSpPr>
            <p:nvPr/>
          </p:nvSpPr>
          <p:spPr bwMode="auto">
            <a:xfrm>
              <a:off x="342" y="1376"/>
              <a:ext cx="28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/>
              <a:r>
                <a:rPr lang="es-ES" sz="1800">
                  <a:solidFill>
                    <a:schemeClr val="tx1"/>
                  </a:solidFill>
                </a:rPr>
                <a:t>v</a:t>
              </a:r>
              <a:r>
                <a:rPr lang="es-ES" sz="1800" baseline="-25000">
                  <a:solidFill>
                    <a:schemeClr val="tx1"/>
                  </a:solidFill>
                </a:rPr>
                <a:t>g</a:t>
              </a:r>
            </a:p>
          </p:txBody>
        </p:sp>
        <p:sp>
          <p:nvSpPr>
            <p:cNvPr id="29" name="Line 247"/>
            <p:cNvSpPr>
              <a:spLocks noChangeShapeType="1"/>
            </p:cNvSpPr>
            <p:nvPr/>
          </p:nvSpPr>
          <p:spPr bwMode="auto">
            <a:xfrm>
              <a:off x="1083" y="933"/>
              <a:ext cx="16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 Box 248"/>
            <p:cNvSpPr txBox="1">
              <a:spLocks noChangeArrowheads="1"/>
            </p:cNvSpPr>
            <p:nvPr/>
          </p:nvSpPr>
          <p:spPr bwMode="auto">
            <a:xfrm>
              <a:off x="1033" y="952"/>
              <a:ext cx="28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/>
              <a:r>
                <a:rPr lang="es-ES" sz="1800">
                  <a:solidFill>
                    <a:schemeClr val="tx1"/>
                  </a:solidFill>
                </a:rPr>
                <a:t>i</a:t>
              </a:r>
              <a:r>
                <a:rPr lang="es-ES" sz="1800" baseline="-25000">
                  <a:solidFill>
                    <a:schemeClr val="tx1"/>
                  </a:solidFill>
                </a:rPr>
                <a:t>L</a:t>
              </a:r>
            </a:p>
          </p:txBody>
        </p:sp>
        <p:sp>
          <p:nvSpPr>
            <p:cNvPr id="31" name="Text Box 249"/>
            <p:cNvSpPr txBox="1">
              <a:spLocks noChangeArrowheads="1"/>
            </p:cNvSpPr>
            <p:nvPr/>
          </p:nvSpPr>
          <p:spPr bwMode="auto">
            <a:xfrm>
              <a:off x="997" y="689"/>
              <a:ext cx="292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/>
              <a:r>
                <a:rPr lang="es-ES" sz="1800">
                  <a:solidFill>
                    <a:schemeClr val="tx1"/>
                  </a:solidFill>
                </a:rPr>
                <a:t>i</a:t>
              </a:r>
              <a:r>
                <a:rPr lang="es-ES" sz="1800" baseline="-25000">
                  <a:solidFill>
                    <a:schemeClr val="tx1"/>
                  </a:solidFill>
                </a:rPr>
                <a:t>S</a:t>
              </a:r>
            </a:p>
          </p:txBody>
        </p:sp>
        <p:sp>
          <p:nvSpPr>
            <p:cNvPr id="32" name="Text Box 250"/>
            <p:cNvSpPr txBox="1">
              <a:spLocks noChangeArrowheads="1"/>
            </p:cNvSpPr>
            <p:nvPr/>
          </p:nvSpPr>
          <p:spPr bwMode="auto">
            <a:xfrm>
              <a:off x="1082" y="1387"/>
              <a:ext cx="260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/>
              <a:r>
                <a:rPr lang="en-US" sz="1800" b="0">
                  <a:solidFill>
                    <a:schemeClr val="tx1"/>
                  </a:solidFill>
                </a:rPr>
                <a:t>L</a:t>
              </a:r>
              <a:endParaRPr lang="en-US" sz="1800" b="0" baseline="-25000">
                <a:solidFill>
                  <a:schemeClr val="tx1"/>
                </a:solidFill>
              </a:endParaRPr>
            </a:p>
          </p:txBody>
        </p:sp>
        <p:grpSp>
          <p:nvGrpSpPr>
            <p:cNvPr id="33" name="Group 251"/>
            <p:cNvGrpSpPr>
              <a:grpSpLocks/>
            </p:cNvGrpSpPr>
            <p:nvPr/>
          </p:nvGrpSpPr>
          <p:grpSpPr bwMode="auto">
            <a:xfrm>
              <a:off x="164" y="1330"/>
              <a:ext cx="314" cy="81"/>
              <a:chOff x="962" y="1273"/>
              <a:chExt cx="314" cy="81"/>
            </a:xfrm>
          </p:grpSpPr>
          <p:sp>
            <p:nvSpPr>
              <p:cNvPr id="63" name="Rectangle 252"/>
              <p:cNvSpPr>
                <a:spLocks noChangeArrowheads="1"/>
              </p:cNvSpPr>
              <p:nvPr/>
            </p:nvSpPr>
            <p:spPr bwMode="auto">
              <a:xfrm>
                <a:off x="1053" y="1314"/>
                <a:ext cx="132" cy="40"/>
              </a:xfrm>
              <a:prstGeom prst="rect">
                <a:avLst/>
              </a:prstGeom>
              <a:solidFill>
                <a:schemeClr val="tx1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64" name="Line 253"/>
              <p:cNvSpPr>
                <a:spLocks noChangeShapeType="1"/>
              </p:cNvSpPr>
              <p:nvPr/>
            </p:nvSpPr>
            <p:spPr bwMode="auto">
              <a:xfrm rot="10800000">
                <a:off x="962" y="1273"/>
                <a:ext cx="31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4" name="Line 254"/>
            <p:cNvSpPr>
              <a:spLocks noChangeShapeType="1"/>
            </p:cNvSpPr>
            <p:nvPr/>
          </p:nvSpPr>
          <p:spPr bwMode="auto">
            <a:xfrm rot="5400000">
              <a:off x="156" y="1154"/>
              <a:ext cx="33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Line 255"/>
            <p:cNvSpPr>
              <a:spLocks noChangeShapeType="1"/>
            </p:cNvSpPr>
            <p:nvPr/>
          </p:nvSpPr>
          <p:spPr bwMode="auto">
            <a:xfrm rot="5400000">
              <a:off x="188" y="1550"/>
              <a:ext cx="27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Text Box 256"/>
            <p:cNvSpPr txBox="1">
              <a:spLocks noChangeArrowheads="1"/>
            </p:cNvSpPr>
            <p:nvPr/>
          </p:nvSpPr>
          <p:spPr bwMode="auto">
            <a:xfrm>
              <a:off x="651" y="1196"/>
              <a:ext cx="212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es-ES" sz="1800" b="0">
                  <a:solidFill>
                    <a:schemeClr val="tx1"/>
                  </a:solidFill>
                </a:rPr>
                <a:t>S</a:t>
              </a:r>
              <a:endParaRPr lang="es-ES" sz="1800" b="0" baseline="-25000">
                <a:solidFill>
                  <a:schemeClr val="tx1"/>
                </a:solidFill>
              </a:endParaRPr>
            </a:p>
          </p:txBody>
        </p:sp>
        <p:sp>
          <p:nvSpPr>
            <p:cNvPr id="37" name="Text Box 257"/>
            <p:cNvSpPr txBox="1">
              <a:spLocks noChangeArrowheads="1"/>
            </p:cNvSpPr>
            <p:nvPr/>
          </p:nvSpPr>
          <p:spPr bwMode="auto">
            <a:xfrm>
              <a:off x="1379" y="683"/>
              <a:ext cx="280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/>
              <a:r>
                <a:rPr lang="es-ES" sz="1800">
                  <a:solidFill>
                    <a:schemeClr val="tx1"/>
                  </a:solidFill>
                </a:rPr>
                <a:t>i</a:t>
              </a:r>
              <a:r>
                <a:rPr lang="es-ES" sz="1800" baseline="-25000">
                  <a:solidFill>
                    <a:schemeClr val="tx1"/>
                  </a:solidFill>
                </a:rPr>
                <a:t>D</a:t>
              </a:r>
            </a:p>
          </p:txBody>
        </p:sp>
        <p:sp>
          <p:nvSpPr>
            <p:cNvPr id="38" name="Line 258"/>
            <p:cNvSpPr>
              <a:spLocks noChangeShapeType="1"/>
            </p:cNvSpPr>
            <p:nvPr/>
          </p:nvSpPr>
          <p:spPr bwMode="auto">
            <a:xfrm rot="16200000" flipV="1">
              <a:off x="1158" y="1124"/>
              <a:ext cx="16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Line 259"/>
            <p:cNvSpPr>
              <a:spLocks noChangeShapeType="1"/>
            </p:cNvSpPr>
            <p:nvPr/>
          </p:nvSpPr>
          <p:spPr bwMode="auto">
            <a:xfrm flipH="1">
              <a:off x="1341" y="933"/>
              <a:ext cx="16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Text Box 260"/>
            <p:cNvSpPr txBox="1">
              <a:spLocks noChangeArrowheads="1"/>
            </p:cNvSpPr>
            <p:nvPr/>
          </p:nvSpPr>
          <p:spPr bwMode="auto">
            <a:xfrm>
              <a:off x="2255" y="1292"/>
              <a:ext cx="273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es-ES" sz="1800" b="0">
                  <a:solidFill>
                    <a:schemeClr val="tx1"/>
                  </a:solidFill>
                </a:rPr>
                <a:t>R</a:t>
              </a:r>
              <a:r>
                <a:rPr lang="es-ES" sz="1800" b="0" baseline="-25000">
                  <a:solidFill>
                    <a:schemeClr val="tx1"/>
                  </a:solidFill>
                </a:rPr>
                <a:t>L</a:t>
              </a:r>
            </a:p>
          </p:txBody>
        </p:sp>
        <p:grpSp>
          <p:nvGrpSpPr>
            <p:cNvPr id="41" name="Group 261"/>
            <p:cNvGrpSpPr>
              <a:grpSpLocks/>
            </p:cNvGrpSpPr>
            <p:nvPr/>
          </p:nvGrpSpPr>
          <p:grpSpPr bwMode="auto">
            <a:xfrm>
              <a:off x="2457" y="1225"/>
              <a:ext cx="97" cy="170"/>
              <a:chOff x="5177" y="2146"/>
              <a:chExt cx="97" cy="170"/>
            </a:xfrm>
          </p:grpSpPr>
          <p:sp>
            <p:nvSpPr>
              <p:cNvPr id="55" name="Line 262"/>
              <p:cNvSpPr>
                <a:spLocks noChangeShapeType="1"/>
              </p:cNvSpPr>
              <p:nvPr/>
            </p:nvSpPr>
            <p:spPr bwMode="auto">
              <a:xfrm rot="16200000" flipH="1">
                <a:off x="5238" y="2134"/>
                <a:ext cx="24" cy="4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" name="Line 263"/>
              <p:cNvSpPr>
                <a:spLocks noChangeShapeType="1"/>
              </p:cNvSpPr>
              <p:nvPr/>
            </p:nvSpPr>
            <p:spPr bwMode="auto">
              <a:xfrm rot="-5400000">
                <a:off x="5218" y="2132"/>
                <a:ext cx="16" cy="9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" name="Line 264"/>
              <p:cNvSpPr>
                <a:spLocks noChangeShapeType="1"/>
              </p:cNvSpPr>
              <p:nvPr/>
            </p:nvSpPr>
            <p:spPr bwMode="auto">
              <a:xfrm rot="16200000" flipH="1">
                <a:off x="5205" y="2160"/>
                <a:ext cx="35" cy="9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58" name="Group 265"/>
              <p:cNvGrpSpPr>
                <a:grpSpLocks/>
              </p:cNvGrpSpPr>
              <p:nvPr/>
            </p:nvGrpSpPr>
            <p:grpSpPr bwMode="auto">
              <a:xfrm rot="-5400000">
                <a:off x="5200" y="2168"/>
                <a:ext cx="52" cy="93"/>
                <a:chOff x="2250" y="1869"/>
                <a:chExt cx="87" cy="178"/>
              </a:xfrm>
            </p:grpSpPr>
            <p:sp>
              <p:nvSpPr>
                <p:cNvPr id="61" name="Line 266"/>
                <p:cNvSpPr>
                  <a:spLocks noChangeShapeType="1"/>
                </p:cNvSpPr>
                <p:nvPr/>
              </p:nvSpPr>
              <p:spPr bwMode="auto">
                <a:xfrm>
                  <a:off x="2250" y="1873"/>
                  <a:ext cx="27" cy="174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2" name="Line 267"/>
                <p:cNvSpPr>
                  <a:spLocks noChangeShapeType="1"/>
                </p:cNvSpPr>
                <p:nvPr/>
              </p:nvSpPr>
              <p:spPr bwMode="auto">
                <a:xfrm flipH="1">
                  <a:off x="2276" y="1869"/>
                  <a:ext cx="61" cy="17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59" name="Line 268"/>
              <p:cNvSpPr>
                <a:spLocks noChangeShapeType="1"/>
              </p:cNvSpPr>
              <p:nvPr/>
            </p:nvSpPr>
            <p:spPr bwMode="auto">
              <a:xfrm rot="-5400000">
                <a:off x="5215" y="2185"/>
                <a:ext cx="16" cy="9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" name="Line 269"/>
              <p:cNvSpPr>
                <a:spLocks noChangeShapeType="1"/>
              </p:cNvSpPr>
              <p:nvPr/>
            </p:nvSpPr>
            <p:spPr bwMode="auto">
              <a:xfrm rot="16200000" flipH="1">
                <a:off x="5191" y="2282"/>
                <a:ext cx="23" cy="4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42" name="Line 270"/>
            <p:cNvSpPr>
              <a:spLocks noChangeShapeType="1"/>
            </p:cNvSpPr>
            <p:nvPr/>
          </p:nvSpPr>
          <p:spPr bwMode="auto">
            <a:xfrm>
              <a:off x="2504" y="982"/>
              <a:ext cx="0" cy="2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Line 271"/>
            <p:cNvSpPr>
              <a:spLocks noChangeShapeType="1"/>
            </p:cNvSpPr>
            <p:nvPr/>
          </p:nvSpPr>
          <p:spPr bwMode="auto">
            <a:xfrm>
              <a:off x="2505" y="1396"/>
              <a:ext cx="0" cy="2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Text Box 272"/>
            <p:cNvSpPr txBox="1">
              <a:spLocks noChangeArrowheads="1"/>
            </p:cNvSpPr>
            <p:nvPr/>
          </p:nvSpPr>
          <p:spPr bwMode="auto">
            <a:xfrm>
              <a:off x="2243" y="699"/>
              <a:ext cx="24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GB" sz="1800">
                  <a:solidFill>
                    <a:schemeClr val="tx1"/>
                  </a:solidFill>
                </a:rPr>
                <a:t>i</a:t>
              </a:r>
              <a:r>
                <a:rPr lang="en-GB" sz="1800" baseline="-25000">
                  <a:solidFill>
                    <a:schemeClr val="tx1"/>
                  </a:solidFill>
                </a:rPr>
                <a:t>O</a:t>
              </a:r>
            </a:p>
          </p:txBody>
        </p:sp>
        <p:grpSp>
          <p:nvGrpSpPr>
            <p:cNvPr id="45" name="Group 273"/>
            <p:cNvGrpSpPr>
              <a:grpSpLocks/>
            </p:cNvGrpSpPr>
            <p:nvPr/>
          </p:nvGrpSpPr>
          <p:grpSpPr bwMode="auto">
            <a:xfrm>
              <a:off x="2490" y="1064"/>
              <a:ext cx="338" cy="497"/>
              <a:chOff x="3719" y="1090"/>
              <a:chExt cx="338" cy="497"/>
            </a:xfrm>
          </p:grpSpPr>
          <p:sp>
            <p:nvSpPr>
              <p:cNvPr id="52" name="Text Box 274"/>
              <p:cNvSpPr txBox="1">
                <a:spLocks noChangeArrowheads="1"/>
              </p:cNvSpPr>
              <p:nvPr/>
            </p:nvSpPr>
            <p:spPr bwMode="auto">
              <a:xfrm>
                <a:off x="3741" y="1196"/>
                <a:ext cx="316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/>
                <a:r>
                  <a:rPr lang="en-GB" sz="1800">
                    <a:solidFill>
                      <a:schemeClr val="tx1"/>
                    </a:solidFill>
                  </a:rPr>
                  <a:t>v</a:t>
                </a:r>
                <a:r>
                  <a:rPr lang="en-GB" sz="1800" baseline="-25000">
                    <a:solidFill>
                      <a:schemeClr val="tx1"/>
                    </a:solidFill>
                  </a:rPr>
                  <a:t>O</a:t>
                </a:r>
              </a:p>
            </p:txBody>
          </p:sp>
          <p:sp>
            <p:nvSpPr>
              <p:cNvPr id="53" name="Text Box 275"/>
              <p:cNvSpPr txBox="1">
                <a:spLocks noChangeArrowheads="1"/>
              </p:cNvSpPr>
              <p:nvPr/>
            </p:nvSpPr>
            <p:spPr bwMode="auto">
              <a:xfrm>
                <a:off x="3719" y="1090"/>
                <a:ext cx="236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/>
                <a:r>
                  <a:rPr lang="en-GB" sz="1800" b="0">
                    <a:solidFill>
                      <a:schemeClr val="tx1"/>
                    </a:solidFill>
                  </a:rPr>
                  <a:t>-</a:t>
                </a:r>
                <a:endParaRPr lang="en-GB" sz="1800" b="0" baseline="-25000">
                  <a:solidFill>
                    <a:schemeClr val="tx1"/>
                  </a:solidFill>
                </a:endParaRPr>
              </a:p>
            </p:txBody>
          </p:sp>
          <p:sp>
            <p:nvSpPr>
              <p:cNvPr id="54" name="Text Box 276"/>
              <p:cNvSpPr txBox="1">
                <a:spLocks noChangeArrowheads="1"/>
              </p:cNvSpPr>
              <p:nvPr/>
            </p:nvSpPr>
            <p:spPr bwMode="auto">
              <a:xfrm>
                <a:off x="3719" y="1356"/>
                <a:ext cx="236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/>
                <a:r>
                  <a:rPr lang="en-GB" sz="1800" b="0">
                    <a:solidFill>
                      <a:schemeClr val="tx1"/>
                    </a:solidFill>
                  </a:rPr>
                  <a:t>+</a:t>
                </a:r>
                <a:endParaRPr lang="en-GB" sz="1800" b="0" baseline="-2500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46" name="Freeform 277"/>
            <p:cNvSpPr>
              <a:spLocks/>
            </p:cNvSpPr>
            <p:nvPr/>
          </p:nvSpPr>
          <p:spPr bwMode="auto">
            <a:xfrm>
              <a:off x="2214" y="936"/>
              <a:ext cx="337" cy="130"/>
            </a:xfrm>
            <a:custGeom>
              <a:avLst/>
              <a:gdLst>
                <a:gd name="T0" fmla="*/ 0 w 153"/>
                <a:gd name="T1" fmla="*/ 0 h 234"/>
                <a:gd name="T2" fmla="*/ 38458 w 153"/>
                <a:gd name="T3" fmla="*/ 0 h 234"/>
                <a:gd name="T4" fmla="*/ 38458 w 153"/>
                <a:gd name="T5" fmla="*/ 4 h 234"/>
                <a:gd name="T6" fmla="*/ 0 60000 65536"/>
                <a:gd name="T7" fmla="*/ 0 60000 65536"/>
                <a:gd name="T8" fmla="*/ 0 60000 65536"/>
                <a:gd name="T9" fmla="*/ 0 w 153"/>
                <a:gd name="T10" fmla="*/ 0 h 234"/>
                <a:gd name="T11" fmla="*/ 153 w 153"/>
                <a:gd name="T12" fmla="*/ 234 h 23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3" h="234">
                  <a:moveTo>
                    <a:pt x="0" y="0"/>
                  </a:moveTo>
                  <a:lnTo>
                    <a:pt x="153" y="0"/>
                  </a:lnTo>
                  <a:lnTo>
                    <a:pt x="153" y="234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 type="triangle" w="med" len="med"/>
              <a:tailE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47" name="Freeform 278"/>
            <p:cNvSpPr>
              <a:spLocks/>
            </p:cNvSpPr>
            <p:nvPr/>
          </p:nvSpPr>
          <p:spPr bwMode="auto">
            <a:xfrm rot="-5400000">
              <a:off x="338" y="865"/>
              <a:ext cx="201" cy="312"/>
            </a:xfrm>
            <a:custGeom>
              <a:avLst/>
              <a:gdLst>
                <a:gd name="T0" fmla="*/ 0 w 153"/>
                <a:gd name="T1" fmla="*/ 0 h 234"/>
                <a:gd name="T2" fmla="*/ 1034 w 153"/>
                <a:gd name="T3" fmla="*/ 0 h 234"/>
                <a:gd name="T4" fmla="*/ 1034 w 153"/>
                <a:gd name="T5" fmla="*/ 1755 h 234"/>
                <a:gd name="T6" fmla="*/ 0 60000 65536"/>
                <a:gd name="T7" fmla="*/ 0 60000 65536"/>
                <a:gd name="T8" fmla="*/ 0 60000 65536"/>
                <a:gd name="T9" fmla="*/ 0 w 153"/>
                <a:gd name="T10" fmla="*/ 0 h 234"/>
                <a:gd name="T11" fmla="*/ 153 w 153"/>
                <a:gd name="T12" fmla="*/ 234 h 23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3" h="234">
                  <a:moveTo>
                    <a:pt x="0" y="0"/>
                  </a:moveTo>
                  <a:lnTo>
                    <a:pt x="153" y="0"/>
                  </a:lnTo>
                  <a:lnTo>
                    <a:pt x="153" y="234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48" name="Text Box 279"/>
            <p:cNvSpPr txBox="1">
              <a:spLocks noChangeArrowheads="1"/>
            </p:cNvSpPr>
            <p:nvPr/>
          </p:nvSpPr>
          <p:spPr bwMode="auto">
            <a:xfrm>
              <a:off x="306" y="632"/>
              <a:ext cx="348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/>
              <a:r>
                <a:rPr lang="en-GB" sz="1800">
                  <a:solidFill>
                    <a:schemeClr val="tx1"/>
                  </a:solidFill>
                </a:rPr>
                <a:t>i</a:t>
              </a:r>
              <a:r>
                <a:rPr lang="en-GB" sz="1800" baseline="-25000">
                  <a:solidFill>
                    <a:schemeClr val="tx1"/>
                  </a:solidFill>
                </a:rPr>
                <a:t>g</a:t>
              </a:r>
            </a:p>
          </p:txBody>
        </p:sp>
        <p:sp>
          <p:nvSpPr>
            <p:cNvPr id="49" name="Text Box 280"/>
            <p:cNvSpPr txBox="1">
              <a:spLocks noChangeArrowheads="1"/>
            </p:cNvSpPr>
            <p:nvPr/>
          </p:nvSpPr>
          <p:spPr bwMode="auto">
            <a:xfrm>
              <a:off x="1380" y="1274"/>
              <a:ext cx="31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GB" sz="1800">
                  <a:solidFill>
                    <a:schemeClr val="tx1"/>
                  </a:solidFill>
                </a:rPr>
                <a:t>v</a:t>
              </a:r>
              <a:r>
                <a:rPr lang="en-GB" sz="1800" baseline="-25000">
                  <a:solidFill>
                    <a:schemeClr val="tx1"/>
                  </a:solidFill>
                </a:rPr>
                <a:t>L</a:t>
              </a:r>
            </a:p>
          </p:txBody>
        </p:sp>
        <p:sp>
          <p:nvSpPr>
            <p:cNvPr id="50" name="Text Box 281"/>
            <p:cNvSpPr txBox="1">
              <a:spLocks noChangeArrowheads="1"/>
            </p:cNvSpPr>
            <p:nvPr/>
          </p:nvSpPr>
          <p:spPr bwMode="auto">
            <a:xfrm>
              <a:off x="1358" y="1102"/>
              <a:ext cx="23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GB" sz="1800" b="0">
                  <a:solidFill>
                    <a:schemeClr val="tx1"/>
                  </a:solidFill>
                </a:rPr>
                <a:t>+</a:t>
              </a:r>
              <a:endParaRPr lang="en-GB" sz="1800" b="0" baseline="-25000">
                <a:solidFill>
                  <a:schemeClr val="tx1"/>
                </a:solidFill>
              </a:endParaRPr>
            </a:p>
          </p:txBody>
        </p:sp>
        <p:sp>
          <p:nvSpPr>
            <p:cNvPr id="51" name="Text Box 282"/>
            <p:cNvSpPr txBox="1">
              <a:spLocks noChangeArrowheads="1"/>
            </p:cNvSpPr>
            <p:nvPr/>
          </p:nvSpPr>
          <p:spPr bwMode="auto">
            <a:xfrm>
              <a:off x="1358" y="1452"/>
              <a:ext cx="23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GB" sz="1800" b="0">
                  <a:solidFill>
                    <a:schemeClr val="tx1"/>
                  </a:solidFill>
                </a:rPr>
                <a:t>-</a:t>
              </a:r>
              <a:endParaRPr lang="en-GB" sz="1800" b="0" baseline="-25000">
                <a:solidFill>
                  <a:schemeClr val="tx1"/>
                </a:solidFill>
              </a:endParaRPr>
            </a:p>
          </p:txBody>
        </p:sp>
      </p:grpSp>
      <p:grpSp>
        <p:nvGrpSpPr>
          <p:cNvPr id="76" name="Group 374"/>
          <p:cNvGrpSpPr>
            <a:grpSpLocks/>
          </p:cNvGrpSpPr>
          <p:nvPr/>
        </p:nvGrpSpPr>
        <p:grpSpPr bwMode="auto">
          <a:xfrm>
            <a:off x="4876800" y="3581400"/>
            <a:ext cx="3971925" cy="1854200"/>
            <a:chOff x="203" y="1721"/>
            <a:chExt cx="2502" cy="1168"/>
          </a:xfrm>
        </p:grpSpPr>
        <p:grpSp>
          <p:nvGrpSpPr>
            <p:cNvPr id="77" name="Group 49"/>
            <p:cNvGrpSpPr>
              <a:grpSpLocks/>
            </p:cNvGrpSpPr>
            <p:nvPr/>
          </p:nvGrpSpPr>
          <p:grpSpPr bwMode="auto">
            <a:xfrm>
              <a:off x="203" y="1974"/>
              <a:ext cx="1140" cy="828"/>
              <a:chOff x="64" y="2174"/>
              <a:chExt cx="1140" cy="828"/>
            </a:xfrm>
          </p:grpSpPr>
          <p:sp>
            <p:nvSpPr>
              <p:cNvPr id="108" name="AutoShape 50"/>
              <p:cNvSpPr>
                <a:spLocks noChangeArrowheads="1"/>
              </p:cNvSpPr>
              <p:nvPr/>
            </p:nvSpPr>
            <p:spPr bwMode="auto">
              <a:xfrm flipH="1">
                <a:off x="96" y="2174"/>
                <a:ext cx="1108" cy="828"/>
              </a:xfrm>
              <a:prstGeom prst="leftArrow">
                <a:avLst>
                  <a:gd name="adj1" fmla="val 50000"/>
                  <a:gd name="adj2" fmla="val 33454"/>
                </a:avLst>
              </a:prstGeom>
              <a:solidFill>
                <a:srgbClr val="FFC000"/>
              </a:solidFill>
              <a:ln w="9525" algn="ctr">
                <a:solidFill>
                  <a:srgbClr val="7373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109" name="Rectangle 51"/>
              <p:cNvSpPr>
                <a:spLocks noChangeArrowheads="1"/>
              </p:cNvSpPr>
              <p:nvPr/>
            </p:nvSpPr>
            <p:spPr bwMode="auto">
              <a:xfrm>
                <a:off x="64" y="2363"/>
                <a:ext cx="1134" cy="442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/>
                <a:r>
                  <a:rPr lang="en-GB" dirty="0">
                    <a:solidFill>
                      <a:srgbClr val="737300"/>
                    </a:solidFill>
                  </a:rPr>
                  <a:t>S on, D off,</a:t>
                </a:r>
              </a:p>
              <a:p>
                <a:pPr algn="ctr"/>
                <a:r>
                  <a:rPr lang="en-GB" dirty="0">
                    <a:solidFill>
                      <a:srgbClr val="737300"/>
                    </a:solidFill>
                  </a:rPr>
                  <a:t>during </a:t>
                </a:r>
                <a:r>
                  <a:rPr lang="en-GB" dirty="0" err="1">
                    <a:solidFill>
                      <a:srgbClr val="737300"/>
                    </a:solidFill>
                  </a:rPr>
                  <a:t>dT</a:t>
                </a:r>
                <a:endParaRPr lang="en-US" dirty="0">
                  <a:solidFill>
                    <a:srgbClr val="737300"/>
                  </a:solidFill>
                </a:endParaRPr>
              </a:p>
            </p:txBody>
          </p:sp>
        </p:grpSp>
        <p:grpSp>
          <p:nvGrpSpPr>
            <p:cNvPr id="78" name="Group 372"/>
            <p:cNvGrpSpPr>
              <a:grpSpLocks/>
            </p:cNvGrpSpPr>
            <p:nvPr/>
          </p:nvGrpSpPr>
          <p:grpSpPr bwMode="auto">
            <a:xfrm>
              <a:off x="1427" y="1721"/>
              <a:ext cx="1278" cy="1168"/>
              <a:chOff x="1427" y="1721"/>
              <a:chExt cx="1278" cy="1168"/>
            </a:xfrm>
          </p:grpSpPr>
          <p:sp>
            <p:nvSpPr>
              <p:cNvPr id="79" name="Text Box 366"/>
              <p:cNvSpPr txBox="1">
                <a:spLocks noChangeArrowheads="1"/>
              </p:cNvSpPr>
              <p:nvPr/>
            </p:nvSpPr>
            <p:spPr bwMode="auto">
              <a:xfrm>
                <a:off x="1427" y="2656"/>
                <a:ext cx="981" cy="233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sz="1800" dirty="0">
                    <a:solidFill>
                      <a:srgbClr val="FF0000"/>
                    </a:solidFill>
                  </a:rPr>
                  <a:t>Charging stage</a:t>
                </a:r>
              </a:p>
            </p:txBody>
          </p:sp>
          <p:grpSp>
            <p:nvGrpSpPr>
              <p:cNvPr id="80" name="Group 371"/>
              <p:cNvGrpSpPr>
                <a:grpSpLocks/>
              </p:cNvGrpSpPr>
              <p:nvPr/>
            </p:nvGrpSpPr>
            <p:grpSpPr bwMode="auto">
              <a:xfrm>
                <a:off x="1506" y="1721"/>
                <a:ext cx="1199" cy="936"/>
                <a:chOff x="1506" y="1721"/>
                <a:chExt cx="1199" cy="936"/>
              </a:xfrm>
            </p:grpSpPr>
            <p:grpSp>
              <p:nvGrpSpPr>
                <p:cNvPr id="81" name="Group 365"/>
                <p:cNvGrpSpPr>
                  <a:grpSpLocks/>
                </p:cNvGrpSpPr>
                <p:nvPr/>
              </p:nvGrpSpPr>
              <p:grpSpPr bwMode="auto">
                <a:xfrm>
                  <a:off x="1506" y="1993"/>
                  <a:ext cx="1199" cy="664"/>
                  <a:chOff x="1451" y="2121"/>
                  <a:chExt cx="1199" cy="664"/>
                </a:xfrm>
              </p:grpSpPr>
              <p:sp>
                <p:nvSpPr>
                  <p:cNvPr id="84" name="Text Box 54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075" y="2169"/>
                    <a:ext cx="242" cy="231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>
                    <a:spAutoFit/>
                  </a:bodyPr>
                  <a:lstStyle/>
                  <a:p>
                    <a:pPr algn="l"/>
                    <a:r>
                      <a:rPr lang="en-GB" sz="1800">
                        <a:solidFill>
                          <a:schemeClr val="tx1"/>
                        </a:solidFill>
                      </a:rPr>
                      <a:t>i</a:t>
                    </a:r>
                    <a:r>
                      <a:rPr lang="en-GB" sz="1800" baseline="-25000">
                        <a:solidFill>
                          <a:schemeClr val="tx1"/>
                        </a:solidFill>
                      </a:rPr>
                      <a:t>L</a:t>
                    </a:r>
                  </a:p>
                </p:txBody>
              </p:sp>
              <p:sp>
                <p:nvSpPr>
                  <p:cNvPr id="85" name="Line 55"/>
                  <p:cNvSpPr>
                    <a:spLocks noChangeShapeType="1"/>
                  </p:cNvSpPr>
                  <p:nvPr/>
                </p:nvSpPr>
                <p:spPr bwMode="auto">
                  <a:xfrm rot="10800000">
                    <a:off x="1604" y="2784"/>
                    <a:ext cx="710" cy="0"/>
                  </a:xfrm>
                  <a:prstGeom prst="line">
                    <a:avLst/>
                  </a:prstGeom>
                  <a:noFill/>
                  <a:ln w="19050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86" name="Line 56"/>
                  <p:cNvSpPr>
                    <a:spLocks noChangeShapeType="1"/>
                  </p:cNvSpPr>
                  <p:nvPr/>
                </p:nvSpPr>
                <p:spPr bwMode="auto">
                  <a:xfrm rot="10800000">
                    <a:off x="1605" y="2172"/>
                    <a:ext cx="704" cy="0"/>
                  </a:xfrm>
                  <a:prstGeom prst="line">
                    <a:avLst/>
                  </a:prstGeom>
                  <a:noFill/>
                  <a:ln w="19050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87" name="Text Box 57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650" y="2430"/>
                    <a:ext cx="317" cy="231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>
                    <a:spAutoFit/>
                  </a:bodyPr>
                  <a:lstStyle/>
                  <a:p>
                    <a:pPr algn="l"/>
                    <a:r>
                      <a:rPr lang="en-GB" sz="1800" dirty="0">
                        <a:solidFill>
                          <a:schemeClr val="tx1"/>
                        </a:solidFill>
                      </a:rPr>
                      <a:t>v</a:t>
                    </a:r>
                    <a:r>
                      <a:rPr lang="en-GB" sz="1800" baseline="-25000" dirty="0">
                        <a:solidFill>
                          <a:schemeClr val="tx1"/>
                        </a:solidFill>
                      </a:rPr>
                      <a:t>g</a:t>
                    </a:r>
                  </a:p>
                </p:txBody>
              </p:sp>
              <p:grpSp>
                <p:nvGrpSpPr>
                  <p:cNvPr id="88" name="Group 58"/>
                  <p:cNvGrpSpPr>
                    <a:grpSpLocks/>
                  </p:cNvGrpSpPr>
                  <p:nvPr/>
                </p:nvGrpSpPr>
                <p:grpSpPr bwMode="auto">
                  <a:xfrm>
                    <a:off x="1451" y="2447"/>
                    <a:ext cx="314" cy="81"/>
                    <a:chOff x="962" y="1273"/>
                    <a:chExt cx="314" cy="81"/>
                  </a:xfrm>
                </p:grpSpPr>
                <p:sp>
                  <p:nvSpPr>
                    <p:cNvPr id="106" name="Rectangle 5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053" y="1314"/>
                      <a:ext cx="132" cy="40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 w="19050">
                      <a:solidFill>
                        <a:srgbClr val="FF0000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/>
                    <a:p>
                      <a:endParaRPr lang="es-ES"/>
                    </a:p>
                  </p:txBody>
                </p:sp>
                <p:sp>
                  <p:nvSpPr>
                    <p:cNvPr id="107" name="Line 60"/>
                    <p:cNvSpPr>
                      <a:spLocks noChangeShapeType="1"/>
                    </p:cNvSpPr>
                    <p:nvPr/>
                  </p:nvSpPr>
                  <p:spPr bwMode="auto">
                    <a:xfrm rot="10800000">
                      <a:off x="962" y="1273"/>
                      <a:ext cx="314" cy="0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FF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</p:grpSp>
              <p:sp>
                <p:nvSpPr>
                  <p:cNvPr id="89" name="Line 61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1471" y="2311"/>
                    <a:ext cx="273" cy="0"/>
                  </a:xfrm>
                  <a:prstGeom prst="line">
                    <a:avLst/>
                  </a:prstGeom>
                  <a:noFill/>
                  <a:ln w="19050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90" name="Line 62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1472" y="2650"/>
                    <a:ext cx="270" cy="0"/>
                  </a:xfrm>
                  <a:prstGeom prst="line">
                    <a:avLst/>
                  </a:prstGeom>
                  <a:noFill/>
                  <a:ln w="19050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91" name="Text Box 7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082" y="2499"/>
                    <a:ext cx="196" cy="231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pPr algn="l"/>
                    <a:r>
                      <a:rPr lang="en-GB" sz="1800" b="0">
                        <a:solidFill>
                          <a:schemeClr val="tx1"/>
                        </a:solidFill>
                      </a:rPr>
                      <a:t>L</a:t>
                    </a:r>
                    <a:endParaRPr lang="en-GB" sz="1800" b="0" baseline="-2500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2" name="Line 74"/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2207" y="2257"/>
                    <a:ext cx="122" cy="0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93" name="Text Box 7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334" y="2343"/>
                    <a:ext cx="316" cy="231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>
                    <a:spAutoFit/>
                  </a:bodyPr>
                  <a:lstStyle/>
                  <a:p>
                    <a:pPr algn="ctr"/>
                    <a:r>
                      <a:rPr lang="en-GB" sz="1800">
                        <a:solidFill>
                          <a:schemeClr val="tx1"/>
                        </a:solidFill>
                      </a:rPr>
                      <a:t>v</a:t>
                    </a:r>
                    <a:r>
                      <a:rPr lang="en-GB" sz="1800" baseline="-25000">
                        <a:solidFill>
                          <a:schemeClr val="tx1"/>
                        </a:solidFill>
                      </a:rPr>
                      <a:t>L</a:t>
                    </a:r>
                  </a:p>
                </p:txBody>
              </p:sp>
              <p:sp>
                <p:nvSpPr>
                  <p:cNvPr id="94" name="Text Box 77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287" y="2121"/>
                    <a:ext cx="236" cy="231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>
                    <a:spAutoFit/>
                  </a:bodyPr>
                  <a:lstStyle/>
                  <a:p>
                    <a:pPr algn="ctr"/>
                    <a:r>
                      <a:rPr lang="en-GB" sz="1800" b="0">
                        <a:solidFill>
                          <a:schemeClr val="tx1"/>
                        </a:solidFill>
                      </a:rPr>
                      <a:t>+</a:t>
                    </a:r>
                    <a:endParaRPr lang="en-GB" sz="1800" b="0" baseline="-2500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5" name="Text Box 7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283" y="2551"/>
                    <a:ext cx="236" cy="231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>
                    <a:spAutoFit/>
                  </a:bodyPr>
                  <a:lstStyle/>
                  <a:p>
                    <a:pPr algn="ctr"/>
                    <a:r>
                      <a:rPr lang="en-GB" sz="1800" b="0">
                        <a:solidFill>
                          <a:schemeClr val="tx1"/>
                        </a:solidFill>
                      </a:rPr>
                      <a:t>-</a:t>
                    </a:r>
                    <a:endParaRPr lang="en-GB" sz="1800" b="0" baseline="-2500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6" name="Line 333"/>
                  <p:cNvSpPr>
                    <a:spLocks noChangeShapeType="1"/>
                  </p:cNvSpPr>
                  <p:nvPr/>
                </p:nvSpPr>
                <p:spPr bwMode="auto">
                  <a:xfrm rot="-5400000">
                    <a:off x="2236" y="2245"/>
                    <a:ext cx="154" cy="0"/>
                  </a:xfrm>
                  <a:prstGeom prst="line">
                    <a:avLst/>
                  </a:prstGeom>
                  <a:noFill/>
                  <a:ln w="19050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grpSp>
                <p:nvGrpSpPr>
                  <p:cNvPr id="97" name="Group 334"/>
                  <p:cNvGrpSpPr>
                    <a:grpSpLocks/>
                  </p:cNvGrpSpPr>
                  <p:nvPr/>
                </p:nvGrpSpPr>
                <p:grpSpPr bwMode="auto">
                  <a:xfrm rot="5400000">
                    <a:off x="2172" y="2419"/>
                    <a:ext cx="304" cy="119"/>
                    <a:chOff x="1793" y="897"/>
                    <a:chExt cx="304" cy="119"/>
                  </a:xfrm>
                </p:grpSpPr>
                <p:sp>
                  <p:nvSpPr>
                    <p:cNvPr id="99" name="Arc 335"/>
                    <p:cNvSpPr>
                      <a:spLocks/>
                    </p:cNvSpPr>
                    <p:nvPr/>
                  </p:nvSpPr>
                  <p:spPr bwMode="auto">
                    <a:xfrm rot="5400000" flipH="1">
                      <a:off x="1876" y="884"/>
                      <a:ext cx="74" cy="101"/>
                    </a:xfrm>
                    <a:custGeom>
                      <a:avLst/>
                      <a:gdLst>
                        <a:gd name="T0" fmla="*/ 0 w 21600"/>
                        <a:gd name="T1" fmla="*/ 0 h 43099"/>
                        <a:gd name="T2" fmla="*/ 0 w 21600"/>
                        <a:gd name="T3" fmla="*/ 0 h 43099"/>
                        <a:gd name="T4" fmla="*/ 0 w 21600"/>
                        <a:gd name="T5" fmla="*/ 0 h 43099"/>
                        <a:gd name="T6" fmla="*/ 0 60000 65536"/>
                        <a:gd name="T7" fmla="*/ 0 60000 65536"/>
                        <a:gd name="T8" fmla="*/ 0 60000 65536"/>
                        <a:gd name="T9" fmla="*/ 0 w 21600"/>
                        <a:gd name="T10" fmla="*/ 0 h 43099"/>
                        <a:gd name="T11" fmla="*/ 21600 w 21600"/>
                        <a:gd name="T12" fmla="*/ 43099 h 43099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T9" t="T10" r="T11" b="T12"/>
                      <a:pathLst>
                        <a:path w="21600" h="43099" fill="none" extrusionOk="0">
                          <a:moveTo>
                            <a:pt x="1802" y="0"/>
                          </a:moveTo>
                          <a:cubicBezTo>
                            <a:pt x="12994" y="937"/>
                            <a:pt x="21600" y="10294"/>
                            <a:pt x="21600" y="21525"/>
                          </a:cubicBezTo>
                          <a:cubicBezTo>
                            <a:pt x="21600" y="33043"/>
                            <a:pt x="12561" y="42535"/>
                            <a:pt x="1057" y="43099"/>
                          </a:cubicBezTo>
                        </a:path>
                        <a:path w="21600" h="43099" stroke="0" extrusionOk="0">
                          <a:moveTo>
                            <a:pt x="1802" y="0"/>
                          </a:moveTo>
                          <a:cubicBezTo>
                            <a:pt x="12994" y="937"/>
                            <a:pt x="21600" y="10294"/>
                            <a:pt x="21600" y="21525"/>
                          </a:cubicBezTo>
                          <a:cubicBezTo>
                            <a:pt x="21600" y="33043"/>
                            <a:pt x="12561" y="42535"/>
                            <a:pt x="1057" y="43099"/>
                          </a:cubicBezTo>
                          <a:lnTo>
                            <a:pt x="0" y="21525"/>
                          </a:lnTo>
                          <a:close/>
                        </a:path>
                      </a:pathLst>
                    </a:custGeom>
                    <a:noFill/>
                    <a:ln w="19050">
                      <a:solidFill>
                        <a:srgbClr val="FF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s-ES"/>
                    </a:p>
                  </p:txBody>
                </p:sp>
                <p:sp>
                  <p:nvSpPr>
                    <p:cNvPr id="100" name="Arc 336"/>
                    <p:cNvSpPr>
                      <a:spLocks/>
                    </p:cNvSpPr>
                    <p:nvPr/>
                  </p:nvSpPr>
                  <p:spPr bwMode="auto">
                    <a:xfrm rot="5400000">
                      <a:off x="1855" y="974"/>
                      <a:ext cx="49" cy="33"/>
                    </a:xfrm>
                    <a:custGeom>
                      <a:avLst/>
                      <a:gdLst>
                        <a:gd name="T0" fmla="*/ 0 w 21600"/>
                        <a:gd name="T1" fmla="*/ 0 h 43174"/>
                        <a:gd name="T2" fmla="*/ 0 w 21600"/>
                        <a:gd name="T3" fmla="*/ 0 h 43174"/>
                        <a:gd name="T4" fmla="*/ 0 w 21600"/>
                        <a:gd name="T5" fmla="*/ 0 h 43174"/>
                        <a:gd name="T6" fmla="*/ 0 60000 65536"/>
                        <a:gd name="T7" fmla="*/ 0 60000 65536"/>
                        <a:gd name="T8" fmla="*/ 0 60000 65536"/>
                        <a:gd name="T9" fmla="*/ 0 w 21600"/>
                        <a:gd name="T10" fmla="*/ 0 h 43174"/>
                        <a:gd name="T11" fmla="*/ 21600 w 21600"/>
                        <a:gd name="T12" fmla="*/ 43174 h 43174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T9" t="T10" r="T11" b="T12"/>
                      <a:pathLst>
                        <a:path w="21600" h="43174" fill="none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  <a:cubicBezTo>
                            <a:pt x="21600" y="33118"/>
                            <a:pt x="12561" y="42610"/>
                            <a:pt x="1057" y="43174"/>
                          </a:cubicBezTo>
                        </a:path>
                        <a:path w="21600" h="43174" stroke="0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  <a:cubicBezTo>
                            <a:pt x="21600" y="33118"/>
                            <a:pt x="12561" y="42610"/>
                            <a:pt x="1057" y="43174"/>
                          </a:cubicBezTo>
                          <a:lnTo>
                            <a:pt x="0" y="21600"/>
                          </a:lnTo>
                          <a:close/>
                        </a:path>
                      </a:pathLst>
                    </a:custGeom>
                    <a:noFill/>
                    <a:ln w="19050">
                      <a:solidFill>
                        <a:srgbClr val="FF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s-ES"/>
                    </a:p>
                  </p:txBody>
                </p:sp>
                <p:sp>
                  <p:nvSpPr>
                    <p:cNvPr id="101" name="Arc 337"/>
                    <p:cNvSpPr>
                      <a:spLocks/>
                    </p:cNvSpPr>
                    <p:nvPr/>
                  </p:nvSpPr>
                  <p:spPr bwMode="auto">
                    <a:xfrm rot="5400000" flipH="1">
                      <a:off x="1801" y="889"/>
                      <a:ext cx="88" cy="103"/>
                    </a:xfrm>
                    <a:custGeom>
                      <a:avLst/>
                      <a:gdLst>
                        <a:gd name="T0" fmla="*/ 0 w 21600"/>
                        <a:gd name="T1" fmla="*/ 0 h 42611"/>
                        <a:gd name="T2" fmla="*/ 0 w 21600"/>
                        <a:gd name="T3" fmla="*/ 0 h 42611"/>
                        <a:gd name="T4" fmla="*/ 0 w 21600"/>
                        <a:gd name="T5" fmla="*/ 0 h 42611"/>
                        <a:gd name="T6" fmla="*/ 0 60000 65536"/>
                        <a:gd name="T7" fmla="*/ 0 60000 65536"/>
                        <a:gd name="T8" fmla="*/ 0 60000 65536"/>
                        <a:gd name="T9" fmla="*/ 0 w 21600"/>
                        <a:gd name="T10" fmla="*/ 0 h 42611"/>
                        <a:gd name="T11" fmla="*/ 21600 w 21600"/>
                        <a:gd name="T12" fmla="*/ 42611 h 42611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T9" t="T10" r="T11" b="T12"/>
                      <a:pathLst>
                        <a:path w="21600" h="42611" fill="none" extrusionOk="0">
                          <a:moveTo>
                            <a:pt x="3562" y="-1"/>
                          </a:moveTo>
                          <a:cubicBezTo>
                            <a:pt x="13972" y="1740"/>
                            <a:pt x="21600" y="10749"/>
                            <a:pt x="21600" y="21304"/>
                          </a:cubicBezTo>
                          <a:cubicBezTo>
                            <a:pt x="21600" y="31864"/>
                            <a:pt x="13963" y="40877"/>
                            <a:pt x="3545" y="42610"/>
                          </a:cubicBezTo>
                        </a:path>
                        <a:path w="21600" h="42611" stroke="0" extrusionOk="0">
                          <a:moveTo>
                            <a:pt x="3562" y="-1"/>
                          </a:moveTo>
                          <a:cubicBezTo>
                            <a:pt x="13972" y="1740"/>
                            <a:pt x="21600" y="10749"/>
                            <a:pt x="21600" y="21304"/>
                          </a:cubicBezTo>
                          <a:cubicBezTo>
                            <a:pt x="21600" y="31864"/>
                            <a:pt x="13963" y="40877"/>
                            <a:pt x="3545" y="42610"/>
                          </a:cubicBezTo>
                          <a:lnTo>
                            <a:pt x="0" y="21304"/>
                          </a:lnTo>
                          <a:close/>
                        </a:path>
                      </a:pathLst>
                    </a:custGeom>
                    <a:noFill/>
                    <a:ln w="19050">
                      <a:solidFill>
                        <a:srgbClr val="FF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s-ES"/>
                    </a:p>
                  </p:txBody>
                </p:sp>
                <p:sp>
                  <p:nvSpPr>
                    <p:cNvPr id="102" name="Arc 338"/>
                    <p:cNvSpPr>
                      <a:spLocks/>
                    </p:cNvSpPr>
                    <p:nvPr/>
                  </p:nvSpPr>
                  <p:spPr bwMode="auto">
                    <a:xfrm rot="5400000">
                      <a:off x="1922" y="973"/>
                      <a:ext cx="49" cy="33"/>
                    </a:xfrm>
                    <a:custGeom>
                      <a:avLst/>
                      <a:gdLst>
                        <a:gd name="T0" fmla="*/ 0 w 21600"/>
                        <a:gd name="T1" fmla="*/ 0 h 43174"/>
                        <a:gd name="T2" fmla="*/ 0 w 21600"/>
                        <a:gd name="T3" fmla="*/ 0 h 43174"/>
                        <a:gd name="T4" fmla="*/ 0 w 21600"/>
                        <a:gd name="T5" fmla="*/ 0 h 43174"/>
                        <a:gd name="T6" fmla="*/ 0 60000 65536"/>
                        <a:gd name="T7" fmla="*/ 0 60000 65536"/>
                        <a:gd name="T8" fmla="*/ 0 60000 65536"/>
                        <a:gd name="T9" fmla="*/ 0 w 21600"/>
                        <a:gd name="T10" fmla="*/ 0 h 43174"/>
                        <a:gd name="T11" fmla="*/ 21600 w 21600"/>
                        <a:gd name="T12" fmla="*/ 43174 h 43174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T9" t="T10" r="T11" b="T12"/>
                      <a:pathLst>
                        <a:path w="21600" h="43174" fill="none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  <a:cubicBezTo>
                            <a:pt x="21600" y="33118"/>
                            <a:pt x="12561" y="42610"/>
                            <a:pt x="1057" y="43174"/>
                          </a:cubicBezTo>
                        </a:path>
                        <a:path w="21600" h="43174" stroke="0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  <a:cubicBezTo>
                            <a:pt x="21600" y="33118"/>
                            <a:pt x="12561" y="42610"/>
                            <a:pt x="1057" y="43174"/>
                          </a:cubicBezTo>
                          <a:lnTo>
                            <a:pt x="0" y="21600"/>
                          </a:lnTo>
                          <a:close/>
                        </a:path>
                      </a:pathLst>
                    </a:custGeom>
                    <a:noFill/>
                    <a:ln w="19050">
                      <a:solidFill>
                        <a:srgbClr val="FF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s-ES"/>
                    </a:p>
                  </p:txBody>
                </p:sp>
                <p:sp>
                  <p:nvSpPr>
                    <p:cNvPr id="103" name="Arc 339"/>
                    <p:cNvSpPr>
                      <a:spLocks/>
                    </p:cNvSpPr>
                    <p:nvPr/>
                  </p:nvSpPr>
                  <p:spPr bwMode="auto">
                    <a:xfrm rot="5400000" flipH="1">
                      <a:off x="1943" y="885"/>
                      <a:ext cx="74" cy="101"/>
                    </a:xfrm>
                    <a:custGeom>
                      <a:avLst/>
                      <a:gdLst>
                        <a:gd name="T0" fmla="*/ 0 w 21600"/>
                        <a:gd name="T1" fmla="*/ 0 h 43099"/>
                        <a:gd name="T2" fmla="*/ 0 w 21600"/>
                        <a:gd name="T3" fmla="*/ 0 h 43099"/>
                        <a:gd name="T4" fmla="*/ 0 w 21600"/>
                        <a:gd name="T5" fmla="*/ 0 h 43099"/>
                        <a:gd name="T6" fmla="*/ 0 60000 65536"/>
                        <a:gd name="T7" fmla="*/ 0 60000 65536"/>
                        <a:gd name="T8" fmla="*/ 0 60000 65536"/>
                        <a:gd name="T9" fmla="*/ 0 w 21600"/>
                        <a:gd name="T10" fmla="*/ 0 h 43099"/>
                        <a:gd name="T11" fmla="*/ 21600 w 21600"/>
                        <a:gd name="T12" fmla="*/ 43099 h 43099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T9" t="T10" r="T11" b="T12"/>
                      <a:pathLst>
                        <a:path w="21600" h="43099" fill="none" extrusionOk="0">
                          <a:moveTo>
                            <a:pt x="1802" y="0"/>
                          </a:moveTo>
                          <a:cubicBezTo>
                            <a:pt x="12994" y="937"/>
                            <a:pt x="21600" y="10294"/>
                            <a:pt x="21600" y="21525"/>
                          </a:cubicBezTo>
                          <a:cubicBezTo>
                            <a:pt x="21600" y="33043"/>
                            <a:pt x="12561" y="42535"/>
                            <a:pt x="1057" y="43099"/>
                          </a:cubicBezTo>
                        </a:path>
                        <a:path w="21600" h="43099" stroke="0" extrusionOk="0">
                          <a:moveTo>
                            <a:pt x="1802" y="0"/>
                          </a:moveTo>
                          <a:cubicBezTo>
                            <a:pt x="12994" y="937"/>
                            <a:pt x="21600" y="10294"/>
                            <a:pt x="21600" y="21525"/>
                          </a:cubicBezTo>
                          <a:cubicBezTo>
                            <a:pt x="21600" y="33043"/>
                            <a:pt x="12561" y="42535"/>
                            <a:pt x="1057" y="43099"/>
                          </a:cubicBezTo>
                          <a:lnTo>
                            <a:pt x="0" y="21525"/>
                          </a:lnTo>
                          <a:close/>
                        </a:path>
                      </a:pathLst>
                    </a:custGeom>
                    <a:noFill/>
                    <a:ln w="19050">
                      <a:solidFill>
                        <a:srgbClr val="FF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s-ES"/>
                    </a:p>
                  </p:txBody>
                </p:sp>
                <p:sp>
                  <p:nvSpPr>
                    <p:cNvPr id="104" name="Arc 340"/>
                    <p:cNvSpPr>
                      <a:spLocks/>
                    </p:cNvSpPr>
                    <p:nvPr/>
                  </p:nvSpPr>
                  <p:spPr bwMode="auto">
                    <a:xfrm rot="5400000">
                      <a:off x="1989" y="975"/>
                      <a:ext cx="49" cy="33"/>
                    </a:xfrm>
                    <a:custGeom>
                      <a:avLst/>
                      <a:gdLst>
                        <a:gd name="T0" fmla="*/ 0 w 21600"/>
                        <a:gd name="T1" fmla="*/ 0 h 43174"/>
                        <a:gd name="T2" fmla="*/ 0 w 21600"/>
                        <a:gd name="T3" fmla="*/ 0 h 43174"/>
                        <a:gd name="T4" fmla="*/ 0 w 21600"/>
                        <a:gd name="T5" fmla="*/ 0 h 43174"/>
                        <a:gd name="T6" fmla="*/ 0 60000 65536"/>
                        <a:gd name="T7" fmla="*/ 0 60000 65536"/>
                        <a:gd name="T8" fmla="*/ 0 60000 65536"/>
                        <a:gd name="T9" fmla="*/ 0 w 21600"/>
                        <a:gd name="T10" fmla="*/ 0 h 43174"/>
                        <a:gd name="T11" fmla="*/ 21600 w 21600"/>
                        <a:gd name="T12" fmla="*/ 43174 h 43174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T9" t="T10" r="T11" b="T12"/>
                      <a:pathLst>
                        <a:path w="21600" h="43174" fill="none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  <a:cubicBezTo>
                            <a:pt x="21600" y="33118"/>
                            <a:pt x="12561" y="42610"/>
                            <a:pt x="1057" y="43174"/>
                          </a:cubicBezTo>
                        </a:path>
                        <a:path w="21600" h="43174" stroke="0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  <a:cubicBezTo>
                            <a:pt x="21600" y="33118"/>
                            <a:pt x="12561" y="42610"/>
                            <a:pt x="1057" y="43174"/>
                          </a:cubicBezTo>
                          <a:lnTo>
                            <a:pt x="0" y="21600"/>
                          </a:lnTo>
                          <a:close/>
                        </a:path>
                      </a:pathLst>
                    </a:custGeom>
                    <a:noFill/>
                    <a:ln w="19050">
                      <a:solidFill>
                        <a:srgbClr val="FF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s-ES"/>
                    </a:p>
                  </p:txBody>
                </p:sp>
                <p:sp>
                  <p:nvSpPr>
                    <p:cNvPr id="105" name="Arc 341"/>
                    <p:cNvSpPr>
                      <a:spLocks/>
                    </p:cNvSpPr>
                    <p:nvPr/>
                  </p:nvSpPr>
                  <p:spPr bwMode="auto">
                    <a:xfrm rot="5400000" flipH="1">
                      <a:off x="2010" y="885"/>
                      <a:ext cx="74" cy="101"/>
                    </a:xfrm>
                    <a:custGeom>
                      <a:avLst/>
                      <a:gdLst>
                        <a:gd name="T0" fmla="*/ 0 w 21600"/>
                        <a:gd name="T1" fmla="*/ 0 h 43099"/>
                        <a:gd name="T2" fmla="*/ 0 w 21600"/>
                        <a:gd name="T3" fmla="*/ 0 h 43099"/>
                        <a:gd name="T4" fmla="*/ 0 w 21600"/>
                        <a:gd name="T5" fmla="*/ 0 h 43099"/>
                        <a:gd name="T6" fmla="*/ 0 60000 65536"/>
                        <a:gd name="T7" fmla="*/ 0 60000 65536"/>
                        <a:gd name="T8" fmla="*/ 0 60000 65536"/>
                        <a:gd name="T9" fmla="*/ 0 w 21600"/>
                        <a:gd name="T10" fmla="*/ 0 h 43099"/>
                        <a:gd name="T11" fmla="*/ 21600 w 21600"/>
                        <a:gd name="T12" fmla="*/ 43099 h 43099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T9" t="T10" r="T11" b="T12"/>
                      <a:pathLst>
                        <a:path w="21600" h="43099" fill="none" extrusionOk="0">
                          <a:moveTo>
                            <a:pt x="1802" y="0"/>
                          </a:moveTo>
                          <a:cubicBezTo>
                            <a:pt x="12994" y="937"/>
                            <a:pt x="21600" y="10294"/>
                            <a:pt x="21600" y="21525"/>
                          </a:cubicBezTo>
                          <a:cubicBezTo>
                            <a:pt x="21600" y="33043"/>
                            <a:pt x="12561" y="42535"/>
                            <a:pt x="1057" y="43099"/>
                          </a:cubicBezTo>
                        </a:path>
                        <a:path w="21600" h="43099" stroke="0" extrusionOk="0">
                          <a:moveTo>
                            <a:pt x="1802" y="0"/>
                          </a:moveTo>
                          <a:cubicBezTo>
                            <a:pt x="12994" y="937"/>
                            <a:pt x="21600" y="10294"/>
                            <a:pt x="21600" y="21525"/>
                          </a:cubicBezTo>
                          <a:cubicBezTo>
                            <a:pt x="21600" y="33043"/>
                            <a:pt x="12561" y="42535"/>
                            <a:pt x="1057" y="43099"/>
                          </a:cubicBezTo>
                          <a:lnTo>
                            <a:pt x="0" y="21525"/>
                          </a:lnTo>
                          <a:close/>
                        </a:path>
                      </a:pathLst>
                    </a:custGeom>
                    <a:noFill/>
                    <a:ln w="19050">
                      <a:solidFill>
                        <a:srgbClr val="FF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s-ES"/>
                    </a:p>
                  </p:txBody>
                </p:sp>
              </p:grpSp>
              <p:sp>
                <p:nvSpPr>
                  <p:cNvPr id="98" name="Line 342"/>
                  <p:cNvSpPr>
                    <a:spLocks noChangeShapeType="1"/>
                  </p:cNvSpPr>
                  <p:nvPr/>
                </p:nvSpPr>
                <p:spPr bwMode="auto">
                  <a:xfrm rot="-5400000">
                    <a:off x="2231" y="2703"/>
                    <a:ext cx="158" cy="0"/>
                  </a:xfrm>
                  <a:prstGeom prst="line">
                    <a:avLst/>
                  </a:prstGeom>
                  <a:noFill/>
                  <a:ln w="19050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sp>
              <p:nvSpPr>
                <p:cNvPr id="82" name="Freeform 368"/>
                <p:cNvSpPr>
                  <a:spLocks/>
                </p:cNvSpPr>
                <p:nvPr/>
              </p:nvSpPr>
              <p:spPr bwMode="auto">
                <a:xfrm rot="-5400000">
                  <a:off x="1676" y="1918"/>
                  <a:ext cx="201" cy="312"/>
                </a:xfrm>
                <a:custGeom>
                  <a:avLst/>
                  <a:gdLst>
                    <a:gd name="T0" fmla="*/ 0 w 153"/>
                    <a:gd name="T1" fmla="*/ 0 h 234"/>
                    <a:gd name="T2" fmla="*/ 1034 w 153"/>
                    <a:gd name="T3" fmla="*/ 0 h 234"/>
                    <a:gd name="T4" fmla="*/ 1034 w 153"/>
                    <a:gd name="T5" fmla="*/ 1755 h 234"/>
                    <a:gd name="T6" fmla="*/ 0 60000 65536"/>
                    <a:gd name="T7" fmla="*/ 0 60000 65536"/>
                    <a:gd name="T8" fmla="*/ 0 60000 65536"/>
                    <a:gd name="T9" fmla="*/ 0 w 153"/>
                    <a:gd name="T10" fmla="*/ 0 h 234"/>
                    <a:gd name="T11" fmla="*/ 153 w 153"/>
                    <a:gd name="T12" fmla="*/ 234 h 234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53" h="234">
                      <a:moveTo>
                        <a:pt x="0" y="0"/>
                      </a:moveTo>
                      <a:lnTo>
                        <a:pt x="153" y="0"/>
                      </a:lnTo>
                      <a:lnTo>
                        <a:pt x="153" y="234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83" name="Text Box 369"/>
                <p:cNvSpPr txBox="1">
                  <a:spLocks noChangeArrowheads="1"/>
                </p:cNvSpPr>
                <p:nvPr/>
              </p:nvSpPr>
              <p:spPr bwMode="auto">
                <a:xfrm>
                  <a:off x="1635" y="1721"/>
                  <a:ext cx="348" cy="23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algn="l"/>
                  <a:r>
                    <a:rPr lang="en-GB" sz="1800">
                      <a:solidFill>
                        <a:schemeClr val="tx1"/>
                      </a:solidFill>
                    </a:rPr>
                    <a:t>i</a:t>
                  </a:r>
                  <a:r>
                    <a:rPr lang="en-GB" sz="1800" baseline="-25000">
                      <a:solidFill>
                        <a:schemeClr val="tx1"/>
                      </a:solidFill>
                    </a:rPr>
                    <a:t>g</a:t>
                  </a:r>
                </a:p>
              </p:txBody>
            </p:sp>
          </p:grp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0"/>
            <a:ext cx="8534400" cy="6324600"/>
          </a:xfrm>
        </p:spPr>
        <p:txBody>
          <a:bodyPr>
            <a:normAutofit/>
          </a:bodyPr>
          <a:lstStyle/>
          <a:p>
            <a:r>
              <a:rPr lang="en-US" dirty="0" smtClean="0"/>
              <a:t>when the solid state switch is OFF the polarity of the Inductor reverses </a:t>
            </a:r>
          </a:p>
          <a:p>
            <a:r>
              <a:rPr lang="en-US" dirty="0" smtClean="0"/>
              <a:t>so that current flows through the load and through the </a:t>
            </a:r>
            <a:r>
              <a:rPr lang="en-US" dirty="0" smtClean="0">
                <a:hlinkClick r:id="rId2"/>
              </a:rPr>
              <a:t>diode</a:t>
            </a:r>
            <a:r>
              <a:rPr lang="en-US" dirty="0" smtClean="0"/>
              <a:t> and back to the inductor. </a:t>
            </a:r>
          </a:p>
          <a:p>
            <a:r>
              <a:rPr lang="en-US" dirty="0" smtClean="0"/>
              <a:t>So the direction of current through the inductor remains the same.</a:t>
            </a:r>
          </a:p>
          <a:p>
            <a:r>
              <a:rPr lang="en-US" dirty="0" smtClean="0"/>
              <a:t>This also step-up the output </a:t>
            </a:r>
            <a:r>
              <a:rPr lang="en-US" dirty="0" smtClean="0">
                <a:hlinkClick r:id="rId3"/>
              </a:rPr>
              <a:t>voltage</a:t>
            </a:r>
            <a:r>
              <a:rPr lang="en-US" dirty="0" smtClean="0"/>
              <a:t> as the inductor is now also acting as a source in conjunction with the input source. </a:t>
            </a:r>
          </a:p>
          <a:p>
            <a:endParaRPr lang="en-US" dirty="0"/>
          </a:p>
        </p:txBody>
      </p:sp>
      <p:grpSp>
        <p:nvGrpSpPr>
          <p:cNvPr id="4" name="Group 378"/>
          <p:cNvGrpSpPr>
            <a:grpSpLocks/>
          </p:cNvGrpSpPr>
          <p:nvPr/>
        </p:nvGrpSpPr>
        <p:grpSpPr bwMode="auto">
          <a:xfrm>
            <a:off x="304800" y="4800600"/>
            <a:ext cx="4229100" cy="1685925"/>
            <a:chOff x="164" y="632"/>
            <a:chExt cx="2664" cy="1062"/>
          </a:xfrm>
        </p:grpSpPr>
        <p:sp>
          <p:nvSpPr>
            <p:cNvPr id="5" name="Line 212"/>
            <p:cNvSpPr>
              <a:spLocks noChangeShapeType="1"/>
            </p:cNvSpPr>
            <p:nvPr/>
          </p:nvSpPr>
          <p:spPr bwMode="auto">
            <a:xfrm rot="10800000">
              <a:off x="321" y="1694"/>
              <a:ext cx="218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Line 213"/>
            <p:cNvSpPr>
              <a:spLocks noChangeShapeType="1"/>
            </p:cNvSpPr>
            <p:nvPr/>
          </p:nvSpPr>
          <p:spPr bwMode="auto">
            <a:xfrm rot="10800000" flipH="1">
              <a:off x="2066" y="994"/>
              <a:ext cx="0" cy="302"/>
            </a:xfrm>
            <a:prstGeom prst="line">
              <a:avLst/>
            </a:prstGeom>
            <a:noFill/>
            <a:ln w="19050" cap="rnd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Line 214"/>
            <p:cNvSpPr>
              <a:spLocks noChangeShapeType="1"/>
            </p:cNvSpPr>
            <p:nvPr/>
          </p:nvSpPr>
          <p:spPr bwMode="auto">
            <a:xfrm>
              <a:off x="2066" y="1351"/>
              <a:ext cx="0" cy="337"/>
            </a:xfrm>
            <a:prstGeom prst="line">
              <a:avLst/>
            </a:prstGeom>
            <a:noFill/>
            <a:ln w="19050" cap="rnd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 Box 215"/>
            <p:cNvSpPr txBox="1">
              <a:spLocks noChangeArrowheads="1"/>
            </p:cNvSpPr>
            <p:nvPr/>
          </p:nvSpPr>
          <p:spPr bwMode="auto">
            <a:xfrm>
              <a:off x="2047" y="1323"/>
              <a:ext cx="203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/>
              <a:r>
                <a:rPr lang="es-ES" sz="1800">
                  <a:solidFill>
                    <a:schemeClr val="tx1"/>
                  </a:solidFill>
                </a:rPr>
                <a:t>+</a:t>
              </a:r>
              <a:endParaRPr lang="es-ES" sz="1800" baseline="-25000">
                <a:solidFill>
                  <a:schemeClr val="tx1"/>
                </a:solidFill>
              </a:endParaRPr>
            </a:p>
          </p:txBody>
        </p:sp>
        <p:sp>
          <p:nvSpPr>
            <p:cNvPr id="9" name="Text Box 216"/>
            <p:cNvSpPr txBox="1">
              <a:spLocks noChangeArrowheads="1"/>
            </p:cNvSpPr>
            <p:nvPr/>
          </p:nvSpPr>
          <p:spPr bwMode="auto">
            <a:xfrm>
              <a:off x="2053" y="1101"/>
              <a:ext cx="1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/>
              <a:r>
                <a:rPr lang="es-ES" sz="1800">
                  <a:solidFill>
                    <a:schemeClr val="tx1"/>
                  </a:solidFill>
                </a:rPr>
                <a:t>-</a:t>
              </a:r>
              <a:endParaRPr lang="es-ES" sz="1800" baseline="-25000">
                <a:solidFill>
                  <a:schemeClr val="tx1"/>
                </a:solidFill>
              </a:endParaRPr>
            </a:p>
          </p:txBody>
        </p:sp>
        <p:grpSp>
          <p:nvGrpSpPr>
            <p:cNvPr id="10" name="Group 217"/>
            <p:cNvGrpSpPr>
              <a:grpSpLocks/>
            </p:cNvGrpSpPr>
            <p:nvPr/>
          </p:nvGrpSpPr>
          <p:grpSpPr bwMode="auto">
            <a:xfrm>
              <a:off x="1979" y="774"/>
              <a:ext cx="175" cy="35"/>
              <a:chOff x="3022" y="1322"/>
              <a:chExt cx="125" cy="35"/>
            </a:xfrm>
          </p:grpSpPr>
          <p:sp>
            <p:nvSpPr>
              <p:cNvPr id="74" name="Line 218"/>
              <p:cNvSpPr>
                <a:spLocks noChangeShapeType="1"/>
              </p:cNvSpPr>
              <p:nvPr/>
            </p:nvSpPr>
            <p:spPr bwMode="auto">
              <a:xfrm>
                <a:off x="3022" y="1322"/>
                <a:ext cx="125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" name="Line 219"/>
              <p:cNvSpPr>
                <a:spLocks noChangeShapeType="1"/>
              </p:cNvSpPr>
              <p:nvPr/>
            </p:nvSpPr>
            <p:spPr bwMode="auto">
              <a:xfrm>
                <a:off x="3022" y="1357"/>
                <a:ext cx="125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1" name="Text Box 220"/>
            <p:cNvSpPr txBox="1">
              <a:spLocks noChangeArrowheads="1"/>
            </p:cNvSpPr>
            <p:nvPr/>
          </p:nvSpPr>
          <p:spPr bwMode="auto">
            <a:xfrm>
              <a:off x="1795" y="1340"/>
              <a:ext cx="220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es-ES" sz="1800" b="0">
                  <a:solidFill>
                    <a:schemeClr val="tx1"/>
                  </a:solidFill>
                </a:rPr>
                <a:t>C</a:t>
              </a:r>
              <a:endParaRPr lang="es-ES" sz="1800" b="0" baseline="-25000">
                <a:solidFill>
                  <a:schemeClr val="tx1"/>
                </a:solidFill>
              </a:endParaRPr>
            </a:p>
          </p:txBody>
        </p:sp>
        <p:sp>
          <p:nvSpPr>
            <p:cNvPr id="12" name="Line 221"/>
            <p:cNvSpPr>
              <a:spLocks noChangeShapeType="1"/>
            </p:cNvSpPr>
            <p:nvPr/>
          </p:nvSpPr>
          <p:spPr bwMode="auto">
            <a:xfrm>
              <a:off x="1686" y="986"/>
              <a:ext cx="81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Line 222"/>
            <p:cNvSpPr>
              <a:spLocks noChangeShapeType="1"/>
            </p:cNvSpPr>
            <p:nvPr/>
          </p:nvSpPr>
          <p:spPr bwMode="auto">
            <a:xfrm rot="10800000">
              <a:off x="770" y="982"/>
              <a:ext cx="0" cy="13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" name="Freeform 223"/>
            <p:cNvSpPr>
              <a:spLocks/>
            </p:cNvSpPr>
            <p:nvPr/>
          </p:nvSpPr>
          <p:spPr bwMode="auto">
            <a:xfrm rot="16200000" flipV="1">
              <a:off x="865" y="977"/>
              <a:ext cx="140" cy="153"/>
            </a:xfrm>
            <a:custGeom>
              <a:avLst/>
              <a:gdLst>
                <a:gd name="T0" fmla="*/ 0 w 244"/>
                <a:gd name="T1" fmla="*/ 3 h 296"/>
                <a:gd name="T2" fmla="*/ 5 w 244"/>
                <a:gd name="T3" fmla="*/ 3 h 296"/>
                <a:gd name="T4" fmla="*/ 5 w 244"/>
                <a:gd name="T5" fmla="*/ 0 h 296"/>
                <a:gd name="T6" fmla="*/ 0 60000 65536"/>
                <a:gd name="T7" fmla="*/ 0 60000 65536"/>
                <a:gd name="T8" fmla="*/ 0 60000 65536"/>
                <a:gd name="T9" fmla="*/ 0 w 244"/>
                <a:gd name="T10" fmla="*/ 0 h 296"/>
                <a:gd name="T11" fmla="*/ 244 w 244"/>
                <a:gd name="T12" fmla="*/ 296 h 29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44" h="296">
                  <a:moveTo>
                    <a:pt x="0" y="296"/>
                  </a:moveTo>
                  <a:lnTo>
                    <a:pt x="244" y="296"/>
                  </a:lnTo>
                  <a:lnTo>
                    <a:pt x="244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15" name="Line 224"/>
            <p:cNvSpPr>
              <a:spLocks noChangeShapeType="1"/>
            </p:cNvSpPr>
            <p:nvPr/>
          </p:nvSpPr>
          <p:spPr bwMode="auto">
            <a:xfrm rot="-5400000">
              <a:off x="861" y="1099"/>
              <a:ext cx="0" cy="5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" name="Freeform 225"/>
            <p:cNvSpPr>
              <a:spLocks/>
            </p:cNvSpPr>
            <p:nvPr/>
          </p:nvSpPr>
          <p:spPr bwMode="auto">
            <a:xfrm rot="-5400000">
              <a:off x="502" y="923"/>
              <a:ext cx="139" cy="259"/>
            </a:xfrm>
            <a:custGeom>
              <a:avLst/>
              <a:gdLst>
                <a:gd name="T0" fmla="*/ 0 w 244"/>
                <a:gd name="T1" fmla="*/ 116 h 296"/>
                <a:gd name="T2" fmla="*/ 5 w 244"/>
                <a:gd name="T3" fmla="*/ 116 h 296"/>
                <a:gd name="T4" fmla="*/ 5 w 244"/>
                <a:gd name="T5" fmla="*/ 0 h 296"/>
                <a:gd name="T6" fmla="*/ 0 60000 65536"/>
                <a:gd name="T7" fmla="*/ 0 60000 65536"/>
                <a:gd name="T8" fmla="*/ 0 60000 65536"/>
                <a:gd name="T9" fmla="*/ 0 w 244"/>
                <a:gd name="T10" fmla="*/ 0 h 296"/>
                <a:gd name="T11" fmla="*/ 244 w 244"/>
                <a:gd name="T12" fmla="*/ 296 h 29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44" h="296">
                  <a:moveTo>
                    <a:pt x="0" y="296"/>
                  </a:moveTo>
                  <a:lnTo>
                    <a:pt x="244" y="296"/>
                  </a:lnTo>
                  <a:lnTo>
                    <a:pt x="244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17" name="Freeform 226"/>
            <p:cNvSpPr>
              <a:spLocks/>
            </p:cNvSpPr>
            <p:nvPr/>
          </p:nvSpPr>
          <p:spPr bwMode="auto">
            <a:xfrm rot="-5400000">
              <a:off x="699" y="1144"/>
              <a:ext cx="160" cy="214"/>
            </a:xfrm>
            <a:custGeom>
              <a:avLst/>
              <a:gdLst>
                <a:gd name="T0" fmla="*/ 1 w 372"/>
                <a:gd name="T1" fmla="*/ 0 h 456"/>
                <a:gd name="T2" fmla="*/ 1 w 372"/>
                <a:gd name="T3" fmla="*/ 2 h 456"/>
                <a:gd name="T4" fmla="*/ 0 w 372"/>
                <a:gd name="T5" fmla="*/ 2 h 456"/>
                <a:gd name="T6" fmla="*/ 0 60000 65536"/>
                <a:gd name="T7" fmla="*/ 0 60000 65536"/>
                <a:gd name="T8" fmla="*/ 0 60000 65536"/>
                <a:gd name="T9" fmla="*/ 0 w 372"/>
                <a:gd name="T10" fmla="*/ 0 h 456"/>
                <a:gd name="T11" fmla="*/ 372 w 372"/>
                <a:gd name="T12" fmla="*/ 456 h 45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72" h="456">
                  <a:moveTo>
                    <a:pt x="372" y="0"/>
                  </a:moveTo>
                  <a:lnTo>
                    <a:pt x="372" y="456"/>
                  </a:lnTo>
                  <a:lnTo>
                    <a:pt x="0" y="456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s-ES"/>
            </a:p>
          </p:txBody>
        </p:sp>
        <p:sp>
          <p:nvSpPr>
            <p:cNvPr id="18" name="Line 227"/>
            <p:cNvSpPr>
              <a:spLocks noChangeShapeType="1"/>
            </p:cNvSpPr>
            <p:nvPr/>
          </p:nvSpPr>
          <p:spPr bwMode="auto">
            <a:xfrm rot="5400000">
              <a:off x="833" y="915"/>
              <a:ext cx="0" cy="13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" name="Line 228"/>
            <p:cNvSpPr>
              <a:spLocks noChangeShapeType="1"/>
            </p:cNvSpPr>
            <p:nvPr/>
          </p:nvSpPr>
          <p:spPr bwMode="auto">
            <a:xfrm rot="-5400000">
              <a:off x="773" y="1099"/>
              <a:ext cx="0" cy="5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" name="Line 229"/>
            <p:cNvSpPr>
              <a:spLocks noChangeShapeType="1"/>
            </p:cNvSpPr>
            <p:nvPr/>
          </p:nvSpPr>
          <p:spPr bwMode="auto">
            <a:xfrm rot="-5400000">
              <a:off x="701" y="1099"/>
              <a:ext cx="0" cy="5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1" name="Group 230"/>
            <p:cNvGrpSpPr>
              <a:grpSpLocks/>
            </p:cNvGrpSpPr>
            <p:nvPr/>
          </p:nvGrpSpPr>
          <p:grpSpPr bwMode="auto">
            <a:xfrm rot="10800000">
              <a:off x="1574" y="921"/>
              <a:ext cx="110" cy="124"/>
              <a:chOff x="2770" y="799"/>
              <a:chExt cx="110" cy="124"/>
            </a:xfrm>
          </p:grpSpPr>
          <p:sp>
            <p:nvSpPr>
              <p:cNvPr id="72" name="AutoShape 231"/>
              <p:cNvSpPr>
                <a:spLocks noChangeArrowheads="1"/>
              </p:cNvSpPr>
              <p:nvPr/>
            </p:nvSpPr>
            <p:spPr bwMode="auto">
              <a:xfrm rot="5400000">
                <a:off x="2762" y="811"/>
                <a:ext cx="116" cy="100"/>
              </a:xfrm>
              <a:prstGeom prst="triangle">
                <a:avLst>
                  <a:gd name="adj" fmla="val 50000"/>
                </a:avLst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73" name="Line 232"/>
              <p:cNvSpPr>
                <a:spLocks noChangeShapeType="1"/>
              </p:cNvSpPr>
              <p:nvPr/>
            </p:nvSpPr>
            <p:spPr bwMode="auto">
              <a:xfrm>
                <a:off x="2880" y="799"/>
                <a:ext cx="0" cy="12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2" name="Line 233"/>
            <p:cNvSpPr>
              <a:spLocks noChangeShapeType="1"/>
            </p:cNvSpPr>
            <p:nvPr/>
          </p:nvSpPr>
          <p:spPr bwMode="auto">
            <a:xfrm rot="-5400000">
              <a:off x="1164" y="1113"/>
              <a:ext cx="25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 Box 234"/>
            <p:cNvSpPr txBox="1">
              <a:spLocks noChangeArrowheads="1"/>
            </p:cNvSpPr>
            <p:nvPr/>
          </p:nvSpPr>
          <p:spPr bwMode="auto">
            <a:xfrm>
              <a:off x="1673" y="975"/>
              <a:ext cx="220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es-ES" sz="1800" b="0">
                  <a:solidFill>
                    <a:schemeClr val="tx1"/>
                  </a:solidFill>
                </a:rPr>
                <a:t>D</a:t>
              </a:r>
              <a:endParaRPr lang="es-ES" sz="1800" b="0" baseline="-25000">
                <a:solidFill>
                  <a:schemeClr val="tx1"/>
                </a:solidFill>
              </a:endParaRPr>
            </a:p>
          </p:txBody>
        </p:sp>
        <p:grpSp>
          <p:nvGrpSpPr>
            <p:cNvPr id="24" name="Group 235"/>
            <p:cNvGrpSpPr>
              <a:grpSpLocks/>
            </p:cNvGrpSpPr>
            <p:nvPr/>
          </p:nvGrpSpPr>
          <p:grpSpPr bwMode="auto">
            <a:xfrm rot="5400000">
              <a:off x="1158" y="1338"/>
              <a:ext cx="304" cy="119"/>
              <a:chOff x="1793" y="897"/>
              <a:chExt cx="304" cy="119"/>
            </a:xfrm>
          </p:grpSpPr>
          <p:sp>
            <p:nvSpPr>
              <p:cNvPr id="65" name="Arc 236"/>
              <p:cNvSpPr>
                <a:spLocks/>
              </p:cNvSpPr>
              <p:nvPr/>
            </p:nvSpPr>
            <p:spPr bwMode="auto">
              <a:xfrm rot="5400000" flipH="1">
                <a:off x="1876" y="884"/>
                <a:ext cx="74" cy="101"/>
              </a:xfrm>
              <a:custGeom>
                <a:avLst/>
                <a:gdLst>
                  <a:gd name="T0" fmla="*/ 0 w 21600"/>
                  <a:gd name="T1" fmla="*/ 0 h 43099"/>
                  <a:gd name="T2" fmla="*/ 0 w 21600"/>
                  <a:gd name="T3" fmla="*/ 0 h 43099"/>
                  <a:gd name="T4" fmla="*/ 0 w 21600"/>
                  <a:gd name="T5" fmla="*/ 0 h 43099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43099"/>
                  <a:gd name="T11" fmla="*/ 21600 w 21600"/>
                  <a:gd name="T12" fmla="*/ 43099 h 4309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43099" fill="none" extrusionOk="0">
                    <a:moveTo>
                      <a:pt x="1802" y="0"/>
                    </a:moveTo>
                    <a:cubicBezTo>
                      <a:pt x="12994" y="937"/>
                      <a:pt x="21600" y="10294"/>
                      <a:pt x="21600" y="21525"/>
                    </a:cubicBezTo>
                    <a:cubicBezTo>
                      <a:pt x="21600" y="33043"/>
                      <a:pt x="12561" y="42535"/>
                      <a:pt x="1057" y="43099"/>
                    </a:cubicBezTo>
                  </a:path>
                  <a:path w="21600" h="43099" stroke="0" extrusionOk="0">
                    <a:moveTo>
                      <a:pt x="1802" y="0"/>
                    </a:moveTo>
                    <a:cubicBezTo>
                      <a:pt x="12994" y="937"/>
                      <a:pt x="21600" y="10294"/>
                      <a:pt x="21600" y="21525"/>
                    </a:cubicBezTo>
                    <a:cubicBezTo>
                      <a:pt x="21600" y="33043"/>
                      <a:pt x="12561" y="42535"/>
                      <a:pt x="1057" y="43099"/>
                    </a:cubicBezTo>
                    <a:lnTo>
                      <a:pt x="0" y="21525"/>
                    </a:lnTo>
                    <a:close/>
                  </a:path>
                </a:pathLst>
              </a:cu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66" name="Arc 237"/>
              <p:cNvSpPr>
                <a:spLocks/>
              </p:cNvSpPr>
              <p:nvPr/>
            </p:nvSpPr>
            <p:spPr bwMode="auto">
              <a:xfrm rot="5400000">
                <a:off x="1855" y="974"/>
                <a:ext cx="49" cy="33"/>
              </a:xfrm>
              <a:custGeom>
                <a:avLst/>
                <a:gdLst>
                  <a:gd name="T0" fmla="*/ 0 w 21600"/>
                  <a:gd name="T1" fmla="*/ 0 h 43174"/>
                  <a:gd name="T2" fmla="*/ 0 w 21600"/>
                  <a:gd name="T3" fmla="*/ 0 h 43174"/>
                  <a:gd name="T4" fmla="*/ 0 w 21600"/>
                  <a:gd name="T5" fmla="*/ 0 h 43174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43174"/>
                  <a:gd name="T11" fmla="*/ 21600 w 21600"/>
                  <a:gd name="T12" fmla="*/ 43174 h 4317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43174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118"/>
                      <a:pt x="12561" y="42610"/>
                      <a:pt x="1057" y="43174"/>
                    </a:cubicBezTo>
                  </a:path>
                  <a:path w="21600" h="43174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118"/>
                      <a:pt x="12561" y="42610"/>
                      <a:pt x="1057" y="43174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67" name="Arc 238"/>
              <p:cNvSpPr>
                <a:spLocks/>
              </p:cNvSpPr>
              <p:nvPr/>
            </p:nvSpPr>
            <p:spPr bwMode="auto">
              <a:xfrm rot="5400000" flipH="1">
                <a:off x="1801" y="889"/>
                <a:ext cx="88" cy="103"/>
              </a:xfrm>
              <a:custGeom>
                <a:avLst/>
                <a:gdLst>
                  <a:gd name="T0" fmla="*/ 0 w 21600"/>
                  <a:gd name="T1" fmla="*/ 0 h 42611"/>
                  <a:gd name="T2" fmla="*/ 0 w 21600"/>
                  <a:gd name="T3" fmla="*/ 0 h 42611"/>
                  <a:gd name="T4" fmla="*/ 0 w 21600"/>
                  <a:gd name="T5" fmla="*/ 0 h 42611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42611"/>
                  <a:gd name="T11" fmla="*/ 21600 w 21600"/>
                  <a:gd name="T12" fmla="*/ 42611 h 4261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42611" fill="none" extrusionOk="0">
                    <a:moveTo>
                      <a:pt x="3562" y="-1"/>
                    </a:moveTo>
                    <a:cubicBezTo>
                      <a:pt x="13972" y="1740"/>
                      <a:pt x="21600" y="10749"/>
                      <a:pt x="21600" y="21304"/>
                    </a:cubicBezTo>
                    <a:cubicBezTo>
                      <a:pt x="21600" y="31864"/>
                      <a:pt x="13963" y="40877"/>
                      <a:pt x="3545" y="42610"/>
                    </a:cubicBezTo>
                  </a:path>
                  <a:path w="21600" h="42611" stroke="0" extrusionOk="0">
                    <a:moveTo>
                      <a:pt x="3562" y="-1"/>
                    </a:moveTo>
                    <a:cubicBezTo>
                      <a:pt x="13972" y="1740"/>
                      <a:pt x="21600" y="10749"/>
                      <a:pt x="21600" y="21304"/>
                    </a:cubicBezTo>
                    <a:cubicBezTo>
                      <a:pt x="21600" y="31864"/>
                      <a:pt x="13963" y="40877"/>
                      <a:pt x="3545" y="42610"/>
                    </a:cubicBezTo>
                    <a:lnTo>
                      <a:pt x="0" y="21304"/>
                    </a:lnTo>
                    <a:close/>
                  </a:path>
                </a:pathLst>
              </a:cu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68" name="Arc 239"/>
              <p:cNvSpPr>
                <a:spLocks/>
              </p:cNvSpPr>
              <p:nvPr/>
            </p:nvSpPr>
            <p:spPr bwMode="auto">
              <a:xfrm rot="5400000">
                <a:off x="1922" y="973"/>
                <a:ext cx="49" cy="33"/>
              </a:xfrm>
              <a:custGeom>
                <a:avLst/>
                <a:gdLst>
                  <a:gd name="T0" fmla="*/ 0 w 21600"/>
                  <a:gd name="T1" fmla="*/ 0 h 43174"/>
                  <a:gd name="T2" fmla="*/ 0 w 21600"/>
                  <a:gd name="T3" fmla="*/ 0 h 43174"/>
                  <a:gd name="T4" fmla="*/ 0 w 21600"/>
                  <a:gd name="T5" fmla="*/ 0 h 43174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43174"/>
                  <a:gd name="T11" fmla="*/ 21600 w 21600"/>
                  <a:gd name="T12" fmla="*/ 43174 h 4317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43174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118"/>
                      <a:pt x="12561" y="42610"/>
                      <a:pt x="1057" y="43174"/>
                    </a:cubicBezTo>
                  </a:path>
                  <a:path w="21600" h="43174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118"/>
                      <a:pt x="12561" y="42610"/>
                      <a:pt x="1057" y="43174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69" name="Arc 240"/>
              <p:cNvSpPr>
                <a:spLocks/>
              </p:cNvSpPr>
              <p:nvPr/>
            </p:nvSpPr>
            <p:spPr bwMode="auto">
              <a:xfrm rot="5400000" flipH="1">
                <a:off x="1943" y="885"/>
                <a:ext cx="74" cy="101"/>
              </a:xfrm>
              <a:custGeom>
                <a:avLst/>
                <a:gdLst>
                  <a:gd name="T0" fmla="*/ 0 w 21600"/>
                  <a:gd name="T1" fmla="*/ 0 h 43099"/>
                  <a:gd name="T2" fmla="*/ 0 w 21600"/>
                  <a:gd name="T3" fmla="*/ 0 h 43099"/>
                  <a:gd name="T4" fmla="*/ 0 w 21600"/>
                  <a:gd name="T5" fmla="*/ 0 h 43099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43099"/>
                  <a:gd name="T11" fmla="*/ 21600 w 21600"/>
                  <a:gd name="T12" fmla="*/ 43099 h 4309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43099" fill="none" extrusionOk="0">
                    <a:moveTo>
                      <a:pt x="1802" y="0"/>
                    </a:moveTo>
                    <a:cubicBezTo>
                      <a:pt x="12994" y="937"/>
                      <a:pt x="21600" y="10294"/>
                      <a:pt x="21600" y="21525"/>
                    </a:cubicBezTo>
                    <a:cubicBezTo>
                      <a:pt x="21600" y="33043"/>
                      <a:pt x="12561" y="42535"/>
                      <a:pt x="1057" y="43099"/>
                    </a:cubicBezTo>
                  </a:path>
                  <a:path w="21600" h="43099" stroke="0" extrusionOk="0">
                    <a:moveTo>
                      <a:pt x="1802" y="0"/>
                    </a:moveTo>
                    <a:cubicBezTo>
                      <a:pt x="12994" y="937"/>
                      <a:pt x="21600" y="10294"/>
                      <a:pt x="21600" y="21525"/>
                    </a:cubicBezTo>
                    <a:cubicBezTo>
                      <a:pt x="21600" y="33043"/>
                      <a:pt x="12561" y="42535"/>
                      <a:pt x="1057" y="43099"/>
                    </a:cubicBezTo>
                    <a:lnTo>
                      <a:pt x="0" y="21525"/>
                    </a:lnTo>
                    <a:close/>
                  </a:path>
                </a:pathLst>
              </a:cu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70" name="Arc 241"/>
              <p:cNvSpPr>
                <a:spLocks/>
              </p:cNvSpPr>
              <p:nvPr/>
            </p:nvSpPr>
            <p:spPr bwMode="auto">
              <a:xfrm rot="5400000">
                <a:off x="1989" y="975"/>
                <a:ext cx="49" cy="33"/>
              </a:xfrm>
              <a:custGeom>
                <a:avLst/>
                <a:gdLst>
                  <a:gd name="T0" fmla="*/ 0 w 21600"/>
                  <a:gd name="T1" fmla="*/ 0 h 43174"/>
                  <a:gd name="T2" fmla="*/ 0 w 21600"/>
                  <a:gd name="T3" fmla="*/ 0 h 43174"/>
                  <a:gd name="T4" fmla="*/ 0 w 21600"/>
                  <a:gd name="T5" fmla="*/ 0 h 43174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43174"/>
                  <a:gd name="T11" fmla="*/ 21600 w 21600"/>
                  <a:gd name="T12" fmla="*/ 43174 h 4317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43174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118"/>
                      <a:pt x="12561" y="42610"/>
                      <a:pt x="1057" y="43174"/>
                    </a:cubicBezTo>
                  </a:path>
                  <a:path w="21600" h="43174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118"/>
                      <a:pt x="12561" y="42610"/>
                      <a:pt x="1057" y="43174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71" name="Arc 242"/>
              <p:cNvSpPr>
                <a:spLocks/>
              </p:cNvSpPr>
              <p:nvPr/>
            </p:nvSpPr>
            <p:spPr bwMode="auto">
              <a:xfrm rot="5400000" flipH="1">
                <a:off x="2010" y="885"/>
                <a:ext cx="74" cy="101"/>
              </a:xfrm>
              <a:custGeom>
                <a:avLst/>
                <a:gdLst>
                  <a:gd name="T0" fmla="*/ 0 w 21600"/>
                  <a:gd name="T1" fmla="*/ 0 h 43099"/>
                  <a:gd name="T2" fmla="*/ 0 w 21600"/>
                  <a:gd name="T3" fmla="*/ 0 h 43099"/>
                  <a:gd name="T4" fmla="*/ 0 w 21600"/>
                  <a:gd name="T5" fmla="*/ 0 h 43099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43099"/>
                  <a:gd name="T11" fmla="*/ 21600 w 21600"/>
                  <a:gd name="T12" fmla="*/ 43099 h 4309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43099" fill="none" extrusionOk="0">
                    <a:moveTo>
                      <a:pt x="1802" y="0"/>
                    </a:moveTo>
                    <a:cubicBezTo>
                      <a:pt x="12994" y="937"/>
                      <a:pt x="21600" y="10294"/>
                      <a:pt x="21600" y="21525"/>
                    </a:cubicBezTo>
                    <a:cubicBezTo>
                      <a:pt x="21600" y="33043"/>
                      <a:pt x="12561" y="42535"/>
                      <a:pt x="1057" y="43099"/>
                    </a:cubicBezTo>
                  </a:path>
                  <a:path w="21600" h="43099" stroke="0" extrusionOk="0">
                    <a:moveTo>
                      <a:pt x="1802" y="0"/>
                    </a:moveTo>
                    <a:cubicBezTo>
                      <a:pt x="12994" y="937"/>
                      <a:pt x="21600" y="10294"/>
                      <a:pt x="21600" y="21525"/>
                    </a:cubicBezTo>
                    <a:cubicBezTo>
                      <a:pt x="21600" y="33043"/>
                      <a:pt x="12561" y="42535"/>
                      <a:pt x="1057" y="43099"/>
                    </a:cubicBezTo>
                    <a:lnTo>
                      <a:pt x="0" y="21525"/>
                    </a:lnTo>
                    <a:close/>
                  </a:path>
                </a:pathLst>
              </a:cu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s-ES"/>
              </a:p>
            </p:txBody>
          </p:sp>
        </p:grpSp>
        <p:sp>
          <p:nvSpPr>
            <p:cNvPr id="25" name="Line 243"/>
            <p:cNvSpPr>
              <a:spLocks noChangeShapeType="1"/>
            </p:cNvSpPr>
            <p:nvPr/>
          </p:nvSpPr>
          <p:spPr bwMode="auto">
            <a:xfrm rot="10800000">
              <a:off x="1011" y="984"/>
              <a:ext cx="56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Line 244"/>
            <p:cNvSpPr>
              <a:spLocks noChangeShapeType="1"/>
            </p:cNvSpPr>
            <p:nvPr/>
          </p:nvSpPr>
          <p:spPr bwMode="auto">
            <a:xfrm rot="5400000">
              <a:off x="1216" y="1618"/>
              <a:ext cx="14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Line 245"/>
            <p:cNvSpPr>
              <a:spLocks noChangeShapeType="1"/>
            </p:cNvSpPr>
            <p:nvPr/>
          </p:nvSpPr>
          <p:spPr bwMode="auto">
            <a:xfrm rot="10800000">
              <a:off x="321" y="983"/>
              <a:ext cx="3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 Box 246"/>
            <p:cNvSpPr txBox="1">
              <a:spLocks noChangeArrowheads="1"/>
            </p:cNvSpPr>
            <p:nvPr/>
          </p:nvSpPr>
          <p:spPr bwMode="auto">
            <a:xfrm>
              <a:off x="342" y="1376"/>
              <a:ext cx="28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/>
              <a:r>
                <a:rPr lang="es-ES" sz="1800">
                  <a:solidFill>
                    <a:schemeClr val="tx1"/>
                  </a:solidFill>
                </a:rPr>
                <a:t>v</a:t>
              </a:r>
              <a:r>
                <a:rPr lang="es-ES" sz="1800" baseline="-25000">
                  <a:solidFill>
                    <a:schemeClr val="tx1"/>
                  </a:solidFill>
                </a:rPr>
                <a:t>g</a:t>
              </a:r>
            </a:p>
          </p:txBody>
        </p:sp>
        <p:sp>
          <p:nvSpPr>
            <p:cNvPr id="29" name="Line 247"/>
            <p:cNvSpPr>
              <a:spLocks noChangeShapeType="1"/>
            </p:cNvSpPr>
            <p:nvPr/>
          </p:nvSpPr>
          <p:spPr bwMode="auto">
            <a:xfrm>
              <a:off x="1083" y="933"/>
              <a:ext cx="16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 Box 248"/>
            <p:cNvSpPr txBox="1">
              <a:spLocks noChangeArrowheads="1"/>
            </p:cNvSpPr>
            <p:nvPr/>
          </p:nvSpPr>
          <p:spPr bwMode="auto">
            <a:xfrm>
              <a:off x="1033" y="952"/>
              <a:ext cx="28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/>
              <a:r>
                <a:rPr lang="es-ES" sz="1800">
                  <a:solidFill>
                    <a:schemeClr val="tx1"/>
                  </a:solidFill>
                </a:rPr>
                <a:t>i</a:t>
              </a:r>
              <a:r>
                <a:rPr lang="es-ES" sz="1800" baseline="-25000">
                  <a:solidFill>
                    <a:schemeClr val="tx1"/>
                  </a:solidFill>
                </a:rPr>
                <a:t>L</a:t>
              </a:r>
            </a:p>
          </p:txBody>
        </p:sp>
        <p:sp>
          <p:nvSpPr>
            <p:cNvPr id="31" name="Text Box 249"/>
            <p:cNvSpPr txBox="1">
              <a:spLocks noChangeArrowheads="1"/>
            </p:cNvSpPr>
            <p:nvPr/>
          </p:nvSpPr>
          <p:spPr bwMode="auto">
            <a:xfrm>
              <a:off x="997" y="689"/>
              <a:ext cx="292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/>
              <a:r>
                <a:rPr lang="es-ES" sz="1800">
                  <a:solidFill>
                    <a:schemeClr val="tx1"/>
                  </a:solidFill>
                </a:rPr>
                <a:t>i</a:t>
              </a:r>
              <a:r>
                <a:rPr lang="es-ES" sz="1800" baseline="-25000">
                  <a:solidFill>
                    <a:schemeClr val="tx1"/>
                  </a:solidFill>
                </a:rPr>
                <a:t>S</a:t>
              </a:r>
            </a:p>
          </p:txBody>
        </p:sp>
        <p:sp>
          <p:nvSpPr>
            <p:cNvPr id="32" name="Text Box 250"/>
            <p:cNvSpPr txBox="1">
              <a:spLocks noChangeArrowheads="1"/>
            </p:cNvSpPr>
            <p:nvPr/>
          </p:nvSpPr>
          <p:spPr bwMode="auto">
            <a:xfrm>
              <a:off x="1082" y="1387"/>
              <a:ext cx="260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/>
              <a:r>
                <a:rPr lang="en-US" sz="1800" b="0">
                  <a:solidFill>
                    <a:schemeClr val="tx1"/>
                  </a:solidFill>
                </a:rPr>
                <a:t>L</a:t>
              </a:r>
              <a:endParaRPr lang="en-US" sz="1800" b="0" baseline="-25000">
                <a:solidFill>
                  <a:schemeClr val="tx1"/>
                </a:solidFill>
              </a:endParaRPr>
            </a:p>
          </p:txBody>
        </p:sp>
        <p:grpSp>
          <p:nvGrpSpPr>
            <p:cNvPr id="33" name="Group 251"/>
            <p:cNvGrpSpPr>
              <a:grpSpLocks/>
            </p:cNvGrpSpPr>
            <p:nvPr/>
          </p:nvGrpSpPr>
          <p:grpSpPr bwMode="auto">
            <a:xfrm>
              <a:off x="164" y="1330"/>
              <a:ext cx="314" cy="81"/>
              <a:chOff x="962" y="1273"/>
              <a:chExt cx="314" cy="81"/>
            </a:xfrm>
          </p:grpSpPr>
          <p:sp>
            <p:nvSpPr>
              <p:cNvPr id="63" name="Rectangle 252"/>
              <p:cNvSpPr>
                <a:spLocks noChangeArrowheads="1"/>
              </p:cNvSpPr>
              <p:nvPr/>
            </p:nvSpPr>
            <p:spPr bwMode="auto">
              <a:xfrm>
                <a:off x="1053" y="1314"/>
                <a:ext cx="132" cy="40"/>
              </a:xfrm>
              <a:prstGeom prst="rect">
                <a:avLst/>
              </a:prstGeom>
              <a:solidFill>
                <a:schemeClr val="tx1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64" name="Line 253"/>
              <p:cNvSpPr>
                <a:spLocks noChangeShapeType="1"/>
              </p:cNvSpPr>
              <p:nvPr/>
            </p:nvSpPr>
            <p:spPr bwMode="auto">
              <a:xfrm rot="10800000">
                <a:off x="962" y="1273"/>
                <a:ext cx="31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4" name="Line 254"/>
            <p:cNvSpPr>
              <a:spLocks noChangeShapeType="1"/>
            </p:cNvSpPr>
            <p:nvPr/>
          </p:nvSpPr>
          <p:spPr bwMode="auto">
            <a:xfrm rot="5400000">
              <a:off x="156" y="1154"/>
              <a:ext cx="33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Line 255"/>
            <p:cNvSpPr>
              <a:spLocks noChangeShapeType="1"/>
            </p:cNvSpPr>
            <p:nvPr/>
          </p:nvSpPr>
          <p:spPr bwMode="auto">
            <a:xfrm rot="5400000">
              <a:off x="188" y="1550"/>
              <a:ext cx="27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Text Box 256"/>
            <p:cNvSpPr txBox="1">
              <a:spLocks noChangeArrowheads="1"/>
            </p:cNvSpPr>
            <p:nvPr/>
          </p:nvSpPr>
          <p:spPr bwMode="auto">
            <a:xfrm>
              <a:off x="651" y="1196"/>
              <a:ext cx="212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es-ES" sz="1800" b="0">
                  <a:solidFill>
                    <a:schemeClr val="tx1"/>
                  </a:solidFill>
                </a:rPr>
                <a:t>S</a:t>
              </a:r>
              <a:endParaRPr lang="es-ES" sz="1800" b="0" baseline="-25000">
                <a:solidFill>
                  <a:schemeClr val="tx1"/>
                </a:solidFill>
              </a:endParaRPr>
            </a:p>
          </p:txBody>
        </p:sp>
        <p:sp>
          <p:nvSpPr>
            <p:cNvPr id="37" name="Text Box 257"/>
            <p:cNvSpPr txBox="1">
              <a:spLocks noChangeArrowheads="1"/>
            </p:cNvSpPr>
            <p:nvPr/>
          </p:nvSpPr>
          <p:spPr bwMode="auto">
            <a:xfrm>
              <a:off x="1379" y="683"/>
              <a:ext cx="280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/>
              <a:r>
                <a:rPr lang="es-ES" sz="1800">
                  <a:solidFill>
                    <a:schemeClr val="tx1"/>
                  </a:solidFill>
                </a:rPr>
                <a:t>i</a:t>
              </a:r>
              <a:r>
                <a:rPr lang="es-ES" sz="1800" baseline="-25000">
                  <a:solidFill>
                    <a:schemeClr val="tx1"/>
                  </a:solidFill>
                </a:rPr>
                <a:t>D</a:t>
              </a:r>
            </a:p>
          </p:txBody>
        </p:sp>
        <p:sp>
          <p:nvSpPr>
            <p:cNvPr id="38" name="Line 258"/>
            <p:cNvSpPr>
              <a:spLocks noChangeShapeType="1"/>
            </p:cNvSpPr>
            <p:nvPr/>
          </p:nvSpPr>
          <p:spPr bwMode="auto">
            <a:xfrm rot="16200000" flipV="1">
              <a:off x="1158" y="1124"/>
              <a:ext cx="16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Line 259"/>
            <p:cNvSpPr>
              <a:spLocks noChangeShapeType="1"/>
            </p:cNvSpPr>
            <p:nvPr/>
          </p:nvSpPr>
          <p:spPr bwMode="auto">
            <a:xfrm flipH="1">
              <a:off x="1341" y="933"/>
              <a:ext cx="16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Text Box 260"/>
            <p:cNvSpPr txBox="1">
              <a:spLocks noChangeArrowheads="1"/>
            </p:cNvSpPr>
            <p:nvPr/>
          </p:nvSpPr>
          <p:spPr bwMode="auto">
            <a:xfrm>
              <a:off x="2255" y="1292"/>
              <a:ext cx="273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es-ES" sz="1800" b="0">
                  <a:solidFill>
                    <a:schemeClr val="tx1"/>
                  </a:solidFill>
                </a:rPr>
                <a:t>R</a:t>
              </a:r>
              <a:r>
                <a:rPr lang="es-ES" sz="1800" b="0" baseline="-25000">
                  <a:solidFill>
                    <a:schemeClr val="tx1"/>
                  </a:solidFill>
                </a:rPr>
                <a:t>L</a:t>
              </a:r>
            </a:p>
          </p:txBody>
        </p:sp>
        <p:grpSp>
          <p:nvGrpSpPr>
            <p:cNvPr id="41" name="Group 261"/>
            <p:cNvGrpSpPr>
              <a:grpSpLocks/>
            </p:cNvGrpSpPr>
            <p:nvPr/>
          </p:nvGrpSpPr>
          <p:grpSpPr bwMode="auto">
            <a:xfrm>
              <a:off x="2457" y="1225"/>
              <a:ext cx="97" cy="170"/>
              <a:chOff x="5177" y="2146"/>
              <a:chExt cx="97" cy="170"/>
            </a:xfrm>
          </p:grpSpPr>
          <p:sp>
            <p:nvSpPr>
              <p:cNvPr id="55" name="Line 262"/>
              <p:cNvSpPr>
                <a:spLocks noChangeShapeType="1"/>
              </p:cNvSpPr>
              <p:nvPr/>
            </p:nvSpPr>
            <p:spPr bwMode="auto">
              <a:xfrm rot="16200000" flipH="1">
                <a:off x="5238" y="2134"/>
                <a:ext cx="24" cy="4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" name="Line 263"/>
              <p:cNvSpPr>
                <a:spLocks noChangeShapeType="1"/>
              </p:cNvSpPr>
              <p:nvPr/>
            </p:nvSpPr>
            <p:spPr bwMode="auto">
              <a:xfrm rot="-5400000">
                <a:off x="5218" y="2132"/>
                <a:ext cx="16" cy="9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" name="Line 264"/>
              <p:cNvSpPr>
                <a:spLocks noChangeShapeType="1"/>
              </p:cNvSpPr>
              <p:nvPr/>
            </p:nvSpPr>
            <p:spPr bwMode="auto">
              <a:xfrm rot="16200000" flipH="1">
                <a:off x="5205" y="2160"/>
                <a:ext cx="35" cy="9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58" name="Group 265"/>
              <p:cNvGrpSpPr>
                <a:grpSpLocks/>
              </p:cNvGrpSpPr>
              <p:nvPr/>
            </p:nvGrpSpPr>
            <p:grpSpPr bwMode="auto">
              <a:xfrm rot="-5400000">
                <a:off x="5200" y="2168"/>
                <a:ext cx="52" cy="93"/>
                <a:chOff x="2250" y="1869"/>
                <a:chExt cx="87" cy="178"/>
              </a:xfrm>
            </p:grpSpPr>
            <p:sp>
              <p:nvSpPr>
                <p:cNvPr id="61" name="Line 266"/>
                <p:cNvSpPr>
                  <a:spLocks noChangeShapeType="1"/>
                </p:cNvSpPr>
                <p:nvPr/>
              </p:nvSpPr>
              <p:spPr bwMode="auto">
                <a:xfrm>
                  <a:off x="2250" y="1873"/>
                  <a:ext cx="27" cy="174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2" name="Line 267"/>
                <p:cNvSpPr>
                  <a:spLocks noChangeShapeType="1"/>
                </p:cNvSpPr>
                <p:nvPr/>
              </p:nvSpPr>
              <p:spPr bwMode="auto">
                <a:xfrm flipH="1">
                  <a:off x="2276" y="1869"/>
                  <a:ext cx="61" cy="17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59" name="Line 268"/>
              <p:cNvSpPr>
                <a:spLocks noChangeShapeType="1"/>
              </p:cNvSpPr>
              <p:nvPr/>
            </p:nvSpPr>
            <p:spPr bwMode="auto">
              <a:xfrm rot="-5400000">
                <a:off x="5215" y="2185"/>
                <a:ext cx="16" cy="9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" name="Line 269"/>
              <p:cNvSpPr>
                <a:spLocks noChangeShapeType="1"/>
              </p:cNvSpPr>
              <p:nvPr/>
            </p:nvSpPr>
            <p:spPr bwMode="auto">
              <a:xfrm rot="16200000" flipH="1">
                <a:off x="5191" y="2282"/>
                <a:ext cx="23" cy="4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42" name="Line 270"/>
            <p:cNvSpPr>
              <a:spLocks noChangeShapeType="1"/>
            </p:cNvSpPr>
            <p:nvPr/>
          </p:nvSpPr>
          <p:spPr bwMode="auto">
            <a:xfrm>
              <a:off x="2504" y="982"/>
              <a:ext cx="0" cy="2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Line 271"/>
            <p:cNvSpPr>
              <a:spLocks noChangeShapeType="1"/>
            </p:cNvSpPr>
            <p:nvPr/>
          </p:nvSpPr>
          <p:spPr bwMode="auto">
            <a:xfrm>
              <a:off x="2505" y="1396"/>
              <a:ext cx="0" cy="2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Text Box 272"/>
            <p:cNvSpPr txBox="1">
              <a:spLocks noChangeArrowheads="1"/>
            </p:cNvSpPr>
            <p:nvPr/>
          </p:nvSpPr>
          <p:spPr bwMode="auto">
            <a:xfrm>
              <a:off x="2243" y="699"/>
              <a:ext cx="24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GB" sz="1800">
                  <a:solidFill>
                    <a:schemeClr val="tx1"/>
                  </a:solidFill>
                </a:rPr>
                <a:t>i</a:t>
              </a:r>
              <a:r>
                <a:rPr lang="en-GB" sz="1800" baseline="-25000">
                  <a:solidFill>
                    <a:schemeClr val="tx1"/>
                  </a:solidFill>
                </a:rPr>
                <a:t>O</a:t>
              </a:r>
            </a:p>
          </p:txBody>
        </p:sp>
        <p:grpSp>
          <p:nvGrpSpPr>
            <p:cNvPr id="45" name="Group 273"/>
            <p:cNvGrpSpPr>
              <a:grpSpLocks/>
            </p:cNvGrpSpPr>
            <p:nvPr/>
          </p:nvGrpSpPr>
          <p:grpSpPr bwMode="auto">
            <a:xfrm>
              <a:off x="2490" y="1064"/>
              <a:ext cx="338" cy="497"/>
              <a:chOff x="3719" y="1090"/>
              <a:chExt cx="338" cy="497"/>
            </a:xfrm>
          </p:grpSpPr>
          <p:sp>
            <p:nvSpPr>
              <p:cNvPr id="52" name="Text Box 274"/>
              <p:cNvSpPr txBox="1">
                <a:spLocks noChangeArrowheads="1"/>
              </p:cNvSpPr>
              <p:nvPr/>
            </p:nvSpPr>
            <p:spPr bwMode="auto">
              <a:xfrm>
                <a:off x="3741" y="1196"/>
                <a:ext cx="316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/>
                <a:r>
                  <a:rPr lang="en-GB" sz="1800">
                    <a:solidFill>
                      <a:schemeClr val="tx1"/>
                    </a:solidFill>
                  </a:rPr>
                  <a:t>v</a:t>
                </a:r>
                <a:r>
                  <a:rPr lang="en-GB" sz="1800" baseline="-25000">
                    <a:solidFill>
                      <a:schemeClr val="tx1"/>
                    </a:solidFill>
                  </a:rPr>
                  <a:t>O</a:t>
                </a:r>
              </a:p>
            </p:txBody>
          </p:sp>
          <p:sp>
            <p:nvSpPr>
              <p:cNvPr id="53" name="Text Box 275"/>
              <p:cNvSpPr txBox="1">
                <a:spLocks noChangeArrowheads="1"/>
              </p:cNvSpPr>
              <p:nvPr/>
            </p:nvSpPr>
            <p:spPr bwMode="auto">
              <a:xfrm>
                <a:off x="3719" y="1090"/>
                <a:ext cx="236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/>
                <a:r>
                  <a:rPr lang="en-GB" sz="1800" b="0">
                    <a:solidFill>
                      <a:schemeClr val="tx1"/>
                    </a:solidFill>
                  </a:rPr>
                  <a:t>-</a:t>
                </a:r>
                <a:endParaRPr lang="en-GB" sz="1800" b="0" baseline="-25000">
                  <a:solidFill>
                    <a:schemeClr val="tx1"/>
                  </a:solidFill>
                </a:endParaRPr>
              </a:p>
            </p:txBody>
          </p:sp>
          <p:sp>
            <p:nvSpPr>
              <p:cNvPr id="54" name="Text Box 276"/>
              <p:cNvSpPr txBox="1">
                <a:spLocks noChangeArrowheads="1"/>
              </p:cNvSpPr>
              <p:nvPr/>
            </p:nvSpPr>
            <p:spPr bwMode="auto">
              <a:xfrm>
                <a:off x="3719" y="1356"/>
                <a:ext cx="236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/>
                <a:r>
                  <a:rPr lang="en-GB" sz="1800" b="0">
                    <a:solidFill>
                      <a:schemeClr val="tx1"/>
                    </a:solidFill>
                  </a:rPr>
                  <a:t>+</a:t>
                </a:r>
                <a:endParaRPr lang="en-GB" sz="1800" b="0" baseline="-2500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46" name="Freeform 277"/>
            <p:cNvSpPr>
              <a:spLocks/>
            </p:cNvSpPr>
            <p:nvPr/>
          </p:nvSpPr>
          <p:spPr bwMode="auto">
            <a:xfrm>
              <a:off x="2214" y="936"/>
              <a:ext cx="337" cy="130"/>
            </a:xfrm>
            <a:custGeom>
              <a:avLst/>
              <a:gdLst>
                <a:gd name="T0" fmla="*/ 0 w 153"/>
                <a:gd name="T1" fmla="*/ 0 h 234"/>
                <a:gd name="T2" fmla="*/ 38458 w 153"/>
                <a:gd name="T3" fmla="*/ 0 h 234"/>
                <a:gd name="T4" fmla="*/ 38458 w 153"/>
                <a:gd name="T5" fmla="*/ 4 h 234"/>
                <a:gd name="T6" fmla="*/ 0 60000 65536"/>
                <a:gd name="T7" fmla="*/ 0 60000 65536"/>
                <a:gd name="T8" fmla="*/ 0 60000 65536"/>
                <a:gd name="T9" fmla="*/ 0 w 153"/>
                <a:gd name="T10" fmla="*/ 0 h 234"/>
                <a:gd name="T11" fmla="*/ 153 w 153"/>
                <a:gd name="T12" fmla="*/ 234 h 23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3" h="234">
                  <a:moveTo>
                    <a:pt x="0" y="0"/>
                  </a:moveTo>
                  <a:lnTo>
                    <a:pt x="153" y="0"/>
                  </a:lnTo>
                  <a:lnTo>
                    <a:pt x="153" y="234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 type="triangle" w="med" len="med"/>
              <a:tailE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47" name="Freeform 278"/>
            <p:cNvSpPr>
              <a:spLocks/>
            </p:cNvSpPr>
            <p:nvPr/>
          </p:nvSpPr>
          <p:spPr bwMode="auto">
            <a:xfrm rot="-5400000">
              <a:off x="338" y="865"/>
              <a:ext cx="201" cy="312"/>
            </a:xfrm>
            <a:custGeom>
              <a:avLst/>
              <a:gdLst>
                <a:gd name="T0" fmla="*/ 0 w 153"/>
                <a:gd name="T1" fmla="*/ 0 h 234"/>
                <a:gd name="T2" fmla="*/ 1034 w 153"/>
                <a:gd name="T3" fmla="*/ 0 h 234"/>
                <a:gd name="T4" fmla="*/ 1034 w 153"/>
                <a:gd name="T5" fmla="*/ 1755 h 234"/>
                <a:gd name="T6" fmla="*/ 0 60000 65536"/>
                <a:gd name="T7" fmla="*/ 0 60000 65536"/>
                <a:gd name="T8" fmla="*/ 0 60000 65536"/>
                <a:gd name="T9" fmla="*/ 0 w 153"/>
                <a:gd name="T10" fmla="*/ 0 h 234"/>
                <a:gd name="T11" fmla="*/ 153 w 153"/>
                <a:gd name="T12" fmla="*/ 234 h 23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3" h="234">
                  <a:moveTo>
                    <a:pt x="0" y="0"/>
                  </a:moveTo>
                  <a:lnTo>
                    <a:pt x="153" y="0"/>
                  </a:lnTo>
                  <a:lnTo>
                    <a:pt x="153" y="234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48" name="Text Box 279"/>
            <p:cNvSpPr txBox="1">
              <a:spLocks noChangeArrowheads="1"/>
            </p:cNvSpPr>
            <p:nvPr/>
          </p:nvSpPr>
          <p:spPr bwMode="auto">
            <a:xfrm>
              <a:off x="306" y="632"/>
              <a:ext cx="348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/>
              <a:r>
                <a:rPr lang="en-GB" sz="1800">
                  <a:solidFill>
                    <a:schemeClr val="tx1"/>
                  </a:solidFill>
                </a:rPr>
                <a:t>i</a:t>
              </a:r>
              <a:r>
                <a:rPr lang="en-GB" sz="1800" baseline="-25000">
                  <a:solidFill>
                    <a:schemeClr val="tx1"/>
                  </a:solidFill>
                </a:rPr>
                <a:t>g</a:t>
              </a:r>
            </a:p>
          </p:txBody>
        </p:sp>
        <p:sp>
          <p:nvSpPr>
            <p:cNvPr id="49" name="Text Box 280"/>
            <p:cNvSpPr txBox="1">
              <a:spLocks noChangeArrowheads="1"/>
            </p:cNvSpPr>
            <p:nvPr/>
          </p:nvSpPr>
          <p:spPr bwMode="auto">
            <a:xfrm>
              <a:off x="1380" y="1274"/>
              <a:ext cx="31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GB" sz="1800">
                  <a:solidFill>
                    <a:schemeClr val="tx1"/>
                  </a:solidFill>
                </a:rPr>
                <a:t>v</a:t>
              </a:r>
              <a:r>
                <a:rPr lang="en-GB" sz="1800" baseline="-25000">
                  <a:solidFill>
                    <a:schemeClr val="tx1"/>
                  </a:solidFill>
                </a:rPr>
                <a:t>L</a:t>
              </a:r>
            </a:p>
          </p:txBody>
        </p:sp>
        <p:sp>
          <p:nvSpPr>
            <p:cNvPr id="50" name="Text Box 281"/>
            <p:cNvSpPr txBox="1">
              <a:spLocks noChangeArrowheads="1"/>
            </p:cNvSpPr>
            <p:nvPr/>
          </p:nvSpPr>
          <p:spPr bwMode="auto">
            <a:xfrm>
              <a:off x="1358" y="1102"/>
              <a:ext cx="23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GB" sz="1800" b="0">
                  <a:solidFill>
                    <a:schemeClr val="tx1"/>
                  </a:solidFill>
                </a:rPr>
                <a:t>+</a:t>
              </a:r>
              <a:endParaRPr lang="en-GB" sz="1800" b="0" baseline="-25000">
                <a:solidFill>
                  <a:schemeClr val="tx1"/>
                </a:solidFill>
              </a:endParaRPr>
            </a:p>
          </p:txBody>
        </p:sp>
        <p:sp>
          <p:nvSpPr>
            <p:cNvPr id="51" name="Text Box 282"/>
            <p:cNvSpPr txBox="1">
              <a:spLocks noChangeArrowheads="1"/>
            </p:cNvSpPr>
            <p:nvPr/>
          </p:nvSpPr>
          <p:spPr bwMode="auto">
            <a:xfrm>
              <a:off x="1358" y="1452"/>
              <a:ext cx="23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GB" sz="1800" b="0">
                  <a:solidFill>
                    <a:schemeClr val="tx1"/>
                  </a:solidFill>
                </a:rPr>
                <a:t>-</a:t>
              </a:r>
              <a:endParaRPr lang="en-GB" sz="1800" b="0" baseline="-25000">
                <a:solidFill>
                  <a:schemeClr val="tx1"/>
                </a:solidFill>
              </a:endParaRPr>
            </a:p>
          </p:txBody>
        </p:sp>
      </p:grpSp>
      <p:grpSp>
        <p:nvGrpSpPr>
          <p:cNvPr id="76" name="Group 403"/>
          <p:cNvGrpSpPr>
            <a:grpSpLocks/>
          </p:cNvGrpSpPr>
          <p:nvPr/>
        </p:nvGrpSpPr>
        <p:grpSpPr bwMode="auto">
          <a:xfrm>
            <a:off x="4348162" y="4953000"/>
            <a:ext cx="4795838" cy="1557338"/>
            <a:chOff x="88" y="3086"/>
            <a:chExt cx="3021" cy="981"/>
          </a:xfrm>
        </p:grpSpPr>
        <p:grpSp>
          <p:nvGrpSpPr>
            <p:cNvPr id="77" name="Group 391"/>
            <p:cNvGrpSpPr>
              <a:grpSpLocks/>
            </p:cNvGrpSpPr>
            <p:nvPr/>
          </p:nvGrpSpPr>
          <p:grpSpPr bwMode="auto">
            <a:xfrm>
              <a:off x="88" y="3239"/>
              <a:ext cx="1242" cy="828"/>
              <a:chOff x="0" y="2935"/>
              <a:chExt cx="1242" cy="828"/>
            </a:xfrm>
          </p:grpSpPr>
          <p:sp>
            <p:nvSpPr>
              <p:cNvPr id="126" name="AutoShape 390"/>
              <p:cNvSpPr>
                <a:spLocks noChangeArrowheads="1"/>
              </p:cNvSpPr>
              <p:nvPr/>
            </p:nvSpPr>
            <p:spPr bwMode="auto">
              <a:xfrm flipH="1">
                <a:off x="105" y="2935"/>
                <a:ext cx="1108" cy="828"/>
              </a:xfrm>
              <a:prstGeom prst="leftArrow">
                <a:avLst>
                  <a:gd name="adj1" fmla="val 50000"/>
                  <a:gd name="adj2" fmla="val 33454"/>
                </a:avLst>
              </a:prstGeom>
              <a:solidFill>
                <a:srgbClr val="FFC000"/>
              </a:solidFill>
              <a:ln w="9525" algn="ctr">
                <a:solidFill>
                  <a:srgbClr val="7373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s-ES"/>
              </a:p>
            </p:txBody>
          </p:sp>
          <p:sp>
            <p:nvSpPr>
              <p:cNvPr id="127" name="Rectangle 220"/>
              <p:cNvSpPr>
                <a:spLocks noChangeArrowheads="1"/>
              </p:cNvSpPr>
              <p:nvPr/>
            </p:nvSpPr>
            <p:spPr bwMode="auto">
              <a:xfrm>
                <a:off x="0" y="3128"/>
                <a:ext cx="1242" cy="442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/>
                <a:r>
                  <a:rPr lang="en-GB" dirty="0">
                    <a:solidFill>
                      <a:srgbClr val="737300"/>
                    </a:solidFill>
                  </a:rPr>
                  <a:t>S off, D on,</a:t>
                </a:r>
              </a:p>
              <a:p>
                <a:pPr algn="ctr"/>
                <a:r>
                  <a:rPr lang="en-GB" dirty="0">
                    <a:solidFill>
                      <a:srgbClr val="737300"/>
                    </a:solidFill>
                  </a:rPr>
                  <a:t>during (1-d)T</a:t>
                </a:r>
                <a:endParaRPr lang="en-US" dirty="0">
                  <a:solidFill>
                    <a:srgbClr val="737300"/>
                  </a:solidFill>
                </a:endParaRPr>
              </a:p>
            </p:txBody>
          </p:sp>
        </p:grpSp>
        <p:grpSp>
          <p:nvGrpSpPr>
            <p:cNvPr id="78" name="Group 399"/>
            <p:cNvGrpSpPr>
              <a:grpSpLocks/>
            </p:cNvGrpSpPr>
            <p:nvPr/>
          </p:nvGrpSpPr>
          <p:grpSpPr bwMode="auto">
            <a:xfrm>
              <a:off x="1421" y="3086"/>
              <a:ext cx="1688" cy="949"/>
              <a:chOff x="1189" y="3086"/>
              <a:chExt cx="1688" cy="949"/>
            </a:xfrm>
          </p:grpSpPr>
          <p:grpSp>
            <p:nvGrpSpPr>
              <p:cNvPr id="79" name="Group 223"/>
              <p:cNvGrpSpPr>
                <a:grpSpLocks/>
              </p:cNvGrpSpPr>
              <p:nvPr/>
            </p:nvGrpSpPr>
            <p:grpSpPr bwMode="auto">
              <a:xfrm>
                <a:off x="1348" y="3135"/>
                <a:ext cx="1529" cy="900"/>
                <a:chOff x="1279" y="2656"/>
                <a:chExt cx="1529" cy="900"/>
              </a:xfrm>
            </p:grpSpPr>
            <p:sp>
              <p:nvSpPr>
                <p:cNvPr id="89" name="Text Box 224"/>
                <p:cNvSpPr txBox="1">
                  <a:spLocks noChangeArrowheads="1"/>
                </p:cNvSpPr>
                <p:nvPr/>
              </p:nvSpPr>
              <p:spPr bwMode="auto">
                <a:xfrm>
                  <a:off x="2256" y="2656"/>
                  <a:ext cx="244" cy="23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algn="ctr"/>
                  <a:r>
                    <a:rPr lang="en-GB" sz="1800">
                      <a:solidFill>
                        <a:schemeClr val="tx1"/>
                      </a:solidFill>
                    </a:rPr>
                    <a:t>i</a:t>
                  </a:r>
                  <a:r>
                    <a:rPr lang="en-GB" sz="1800" baseline="-25000">
                      <a:solidFill>
                        <a:schemeClr val="tx1"/>
                      </a:solidFill>
                    </a:rPr>
                    <a:t>O</a:t>
                  </a:r>
                </a:p>
              </p:txBody>
            </p:sp>
            <p:sp>
              <p:nvSpPr>
                <p:cNvPr id="90" name="Text Box 225"/>
                <p:cNvSpPr txBox="1">
                  <a:spLocks noChangeArrowheads="1"/>
                </p:cNvSpPr>
                <p:nvPr/>
              </p:nvSpPr>
              <p:spPr bwMode="auto">
                <a:xfrm>
                  <a:off x="1305" y="2660"/>
                  <a:ext cx="242" cy="23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algn="l"/>
                  <a:r>
                    <a:rPr lang="en-GB" sz="1800">
                      <a:solidFill>
                        <a:schemeClr val="tx1"/>
                      </a:solidFill>
                    </a:rPr>
                    <a:t>i</a:t>
                  </a:r>
                  <a:r>
                    <a:rPr lang="en-GB" sz="1800" baseline="-25000">
                      <a:solidFill>
                        <a:schemeClr val="tx1"/>
                      </a:solidFill>
                    </a:rPr>
                    <a:t>L</a:t>
                  </a:r>
                </a:p>
              </p:txBody>
            </p:sp>
            <p:sp>
              <p:nvSpPr>
                <p:cNvPr id="91" name="Line 226"/>
                <p:cNvSpPr>
                  <a:spLocks noChangeShapeType="1"/>
                </p:cNvSpPr>
                <p:nvPr/>
              </p:nvSpPr>
              <p:spPr bwMode="auto">
                <a:xfrm rot="10800000">
                  <a:off x="1282" y="3554"/>
                  <a:ext cx="1213" cy="0"/>
                </a:xfrm>
                <a:prstGeom prst="line">
                  <a:avLst/>
                </a:prstGeom>
                <a:noFill/>
                <a:ln w="19050">
                  <a:solidFill>
                    <a:srgbClr val="3164AB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2" name="Line 227"/>
                <p:cNvSpPr>
                  <a:spLocks noChangeShapeType="1"/>
                </p:cNvSpPr>
                <p:nvPr/>
              </p:nvSpPr>
              <p:spPr bwMode="auto">
                <a:xfrm rot="10800000">
                  <a:off x="1279" y="2942"/>
                  <a:ext cx="258" cy="0"/>
                </a:xfrm>
                <a:prstGeom prst="line">
                  <a:avLst/>
                </a:prstGeom>
                <a:noFill/>
                <a:ln w="19050">
                  <a:solidFill>
                    <a:srgbClr val="3164AB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3" name="Text Box 228"/>
                <p:cNvSpPr txBox="1">
                  <a:spLocks noChangeArrowheads="1"/>
                </p:cNvSpPr>
                <p:nvPr/>
              </p:nvSpPr>
              <p:spPr bwMode="auto">
                <a:xfrm>
                  <a:off x="2218" y="3173"/>
                  <a:ext cx="273" cy="23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algn="l"/>
                  <a:r>
                    <a:rPr lang="en-GB" sz="1800" b="0">
                      <a:solidFill>
                        <a:schemeClr val="tx1"/>
                      </a:solidFill>
                    </a:rPr>
                    <a:t>R</a:t>
                  </a:r>
                  <a:r>
                    <a:rPr lang="en-GB" sz="1800" b="0" baseline="-25000">
                      <a:solidFill>
                        <a:schemeClr val="tx1"/>
                      </a:solidFill>
                    </a:rPr>
                    <a:t>L</a:t>
                  </a:r>
                </a:p>
              </p:txBody>
            </p:sp>
            <p:sp>
              <p:nvSpPr>
                <p:cNvPr id="94" name="Text Box 229"/>
                <p:cNvSpPr txBox="1">
                  <a:spLocks noChangeArrowheads="1"/>
                </p:cNvSpPr>
                <p:nvPr/>
              </p:nvSpPr>
              <p:spPr bwMode="auto">
                <a:xfrm>
                  <a:off x="2492" y="3111"/>
                  <a:ext cx="316" cy="23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algn="ctr"/>
                  <a:r>
                    <a:rPr lang="en-GB" sz="1800">
                      <a:solidFill>
                        <a:schemeClr val="tx1"/>
                      </a:solidFill>
                    </a:rPr>
                    <a:t>v</a:t>
                  </a:r>
                  <a:r>
                    <a:rPr lang="en-GB" sz="1800" baseline="-25000">
                      <a:solidFill>
                        <a:schemeClr val="tx1"/>
                      </a:solidFill>
                    </a:rPr>
                    <a:t>O</a:t>
                  </a:r>
                </a:p>
              </p:txBody>
            </p:sp>
            <p:grpSp>
              <p:nvGrpSpPr>
                <p:cNvPr id="95" name="Group 230"/>
                <p:cNvGrpSpPr>
                  <a:grpSpLocks/>
                </p:cNvGrpSpPr>
                <p:nvPr/>
              </p:nvGrpSpPr>
              <p:grpSpPr bwMode="auto">
                <a:xfrm>
                  <a:off x="2446" y="3145"/>
                  <a:ext cx="97" cy="170"/>
                  <a:chOff x="5177" y="2146"/>
                  <a:chExt cx="97" cy="170"/>
                </a:xfrm>
              </p:grpSpPr>
              <p:sp>
                <p:nvSpPr>
                  <p:cNvPr id="118" name="Line 231"/>
                  <p:cNvSpPr>
                    <a:spLocks noChangeShapeType="1"/>
                  </p:cNvSpPr>
                  <p:nvPr/>
                </p:nvSpPr>
                <p:spPr bwMode="auto">
                  <a:xfrm rot="16200000" flipH="1">
                    <a:off x="5238" y="2134"/>
                    <a:ext cx="24" cy="48"/>
                  </a:xfrm>
                  <a:prstGeom prst="line">
                    <a:avLst/>
                  </a:prstGeom>
                  <a:noFill/>
                  <a:ln w="19050">
                    <a:solidFill>
                      <a:srgbClr val="3164AB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19" name="Line 232"/>
                  <p:cNvSpPr>
                    <a:spLocks noChangeShapeType="1"/>
                  </p:cNvSpPr>
                  <p:nvPr/>
                </p:nvSpPr>
                <p:spPr bwMode="auto">
                  <a:xfrm rot="-5400000">
                    <a:off x="5218" y="2132"/>
                    <a:ext cx="16" cy="91"/>
                  </a:xfrm>
                  <a:prstGeom prst="line">
                    <a:avLst/>
                  </a:prstGeom>
                  <a:noFill/>
                  <a:ln w="19050">
                    <a:solidFill>
                      <a:srgbClr val="3164AB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20" name="Line 233"/>
                  <p:cNvSpPr>
                    <a:spLocks noChangeShapeType="1"/>
                  </p:cNvSpPr>
                  <p:nvPr/>
                </p:nvSpPr>
                <p:spPr bwMode="auto">
                  <a:xfrm rot="16200000" flipH="1">
                    <a:off x="5205" y="2160"/>
                    <a:ext cx="35" cy="91"/>
                  </a:xfrm>
                  <a:prstGeom prst="line">
                    <a:avLst/>
                  </a:prstGeom>
                  <a:noFill/>
                  <a:ln w="19050">
                    <a:solidFill>
                      <a:srgbClr val="3164AB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grpSp>
                <p:nvGrpSpPr>
                  <p:cNvPr id="121" name="Group 234"/>
                  <p:cNvGrpSpPr>
                    <a:grpSpLocks/>
                  </p:cNvGrpSpPr>
                  <p:nvPr/>
                </p:nvGrpSpPr>
                <p:grpSpPr bwMode="auto">
                  <a:xfrm rot="-5400000">
                    <a:off x="5200" y="2168"/>
                    <a:ext cx="52" cy="93"/>
                    <a:chOff x="2250" y="1869"/>
                    <a:chExt cx="87" cy="178"/>
                  </a:xfrm>
                </p:grpSpPr>
                <p:sp>
                  <p:nvSpPr>
                    <p:cNvPr id="124" name="Line 235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250" y="1873"/>
                      <a:ext cx="27" cy="17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3164AB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25" name="Line 236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2276" y="1869"/>
                      <a:ext cx="61" cy="175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3164AB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</p:grpSp>
              <p:sp>
                <p:nvSpPr>
                  <p:cNvPr id="122" name="Line 237"/>
                  <p:cNvSpPr>
                    <a:spLocks noChangeShapeType="1"/>
                  </p:cNvSpPr>
                  <p:nvPr/>
                </p:nvSpPr>
                <p:spPr bwMode="auto">
                  <a:xfrm rot="-5400000">
                    <a:off x="5215" y="2185"/>
                    <a:ext cx="16" cy="91"/>
                  </a:xfrm>
                  <a:prstGeom prst="line">
                    <a:avLst/>
                  </a:prstGeom>
                  <a:noFill/>
                  <a:ln w="19050">
                    <a:solidFill>
                      <a:srgbClr val="3164AB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23" name="Line 238"/>
                  <p:cNvSpPr>
                    <a:spLocks noChangeShapeType="1"/>
                  </p:cNvSpPr>
                  <p:nvPr/>
                </p:nvSpPr>
                <p:spPr bwMode="auto">
                  <a:xfrm rot="16200000" flipH="1">
                    <a:off x="5191" y="2282"/>
                    <a:ext cx="23" cy="45"/>
                  </a:xfrm>
                  <a:prstGeom prst="line">
                    <a:avLst/>
                  </a:prstGeom>
                  <a:noFill/>
                  <a:ln w="19050">
                    <a:solidFill>
                      <a:srgbClr val="3164AB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sp>
              <p:nvSpPr>
                <p:cNvPr id="96" name="Line 239"/>
                <p:cNvSpPr>
                  <a:spLocks noChangeShapeType="1"/>
                </p:cNvSpPr>
                <p:nvPr/>
              </p:nvSpPr>
              <p:spPr bwMode="auto">
                <a:xfrm>
                  <a:off x="2493" y="2946"/>
                  <a:ext cx="0" cy="196"/>
                </a:xfrm>
                <a:prstGeom prst="line">
                  <a:avLst/>
                </a:prstGeom>
                <a:noFill/>
                <a:ln w="19050">
                  <a:solidFill>
                    <a:srgbClr val="3164AB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7" name="Line 240"/>
                <p:cNvSpPr>
                  <a:spLocks noChangeShapeType="1"/>
                </p:cNvSpPr>
                <p:nvPr/>
              </p:nvSpPr>
              <p:spPr bwMode="auto">
                <a:xfrm>
                  <a:off x="2494" y="3316"/>
                  <a:ext cx="0" cy="240"/>
                </a:xfrm>
                <a:prstGeom prst="line">
                  <a:avLst/>
                </a:prstGeom>
                <a:noFill/>
                <a:ln w="19050">
                  <a:solidFill>
                    <a:srgbClr val="3164AB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" name="Freeform 241"/>
                <p:cNvSpPr>
                  <a:spLocks/>
                </p:cNvSpPr>
                <p:nvPr/>
              </p:nvSpPr>
              <p:spPr bwMode="auto">
                <a:xfrm>
                  <a:off x="2211" y="2887"/>
                  <a:ext cx="337" cy="130"/>
                </a:xfrm>
                <a:custGeom>
                  <a:avLst/>
                  <a:gdLst>
                    <a:gd name="T0" fmla="*/ 0 w 153"/>
                    <a:gd name="T1" fmla="*/ 0 h 234"/>
                    <a:gd name="T2" fmla="*/ 38458 w 153"/>
                    <a:gd name="T3" fmla="*/ 0 h 234"/>
                    <a:gd name="T4" fmla="*/ 38458 w 153"/>
                    <a:gd name="T5" fmla="*/ 4 h 234"/>
                    <a:gd name="T6" fmla="*/ 0 60000 65536"/>
                    <a:gd name="T7" fmla="*/ 0 60000 65536"/>
                    <a:gd name="T8" fmla="*/ 0 60000 65536"/>
                    <a:gd name="T9" fmla="*/ 0 w 153"/>
                    <a:gd name="T10" fmla="*/ 0 h 234"/>
                    <a:gd name="T11" fmla="*/ 153 w 153"/>
                    <a:gd name="T12" fmla="*/ 234 h 234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53" h="234">
                      <a:moveTo>
                        <a:pt x="0" y="0"/>
                      </a:moveTo>
                      <a:lnTo>
                        <a:pt x="153" y="0"/>
                      </a:lnTo>
                      <a:lnTo>
                        <a:pt x="153" y="234"/>
                      </a:ln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es-ES"/>
                </a:p>
              </p:txBody>
            </p:sp>
            <p:sp>
              <p:nvSpPr>
                <p:cNvPr id="99" name="Line 242"/>
                <p:cNvSpPr>
                  <a:spLocks noChangeShapeType="1"/>
                </p:cNvSpPr>
                <p:nvPr/>
              </p:nvSpPr>
              <p:spPr bwMode="auto">
                <a:xfrm rot="10800000" flipH="1">
                  <a:off x="2017" y="2944"/>
                  <a:ext cx="0" cy="257"/>
                </a:xfrm>
                <a:prstGeom prst="line">
                  <a:avLst/>
                </a:prstGeom>
                <a:noFill/>
                <a:ln w="19050">
                  <a:solidFill>
                    <a:srgbClr val="3164AB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0" name="Line 243"/>
                <p:cNvSpPr>
                  <a:spLocks noChangeShapeType="1"/>
                </p:cNvSpPr>
                <p:nvPr/>
              </p:nvSpPr>
              <p:spPr bwMode="auto">
                <a:xfrm>
                  <a:off x="2016" y="3248"/>
                  <a:ext cx="0" cy="302"/>
                </a:xfrm>
                <a:prstGeom prst="line">
                  <a:avLst/>
                </a:prstGeom>
                <a:noFill/>
                <a:ln w="19050">
                  <a:solidFill>
                    <a:srgbClr val="3164AB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grpSp>
              <p:nvGrpSpPr>
                <p:cNvPr id="101" name="Group 244"/>
                <p:cNvGrpSpPr>
                  <a:grpSpLocks/>
                </p:cNvGrpSpPr>
                <p:nvPr/>
              </p:nvGrpSpPr>
              <p:grpSpPr bwMode="auto">
                <a:xfrm>
                  <a:off x="1936" y="3202"/>
                  <a:ext cx="159" cy="47"/>
                  <a:chOff x="1530" y="2848"/>
                  <a:chExt cx="125" cy="47"/>
                </a:xfrm>
              </p:grpSpPr>
              <p:sp>
                <p:nvSpPr>
                  <p:cNvPr id="116" name="Line 245"/>
                  <p:cNvSpPr>
                    <a:spLocks noChangeShapeType="1"/>
                  </p:cNvSpPr>
                  <p:nvPr/>
                </p:nvSpPr>
                <p:spPr bwMode="auto">
                  <a:xfrm>
                    <a:off x="1530" y="2848"/>
                    <a:ext cx="125" cy="0"/>
                  </a:xfrm>
                  <a:prstGeom prst="line">
                    <a:avLst/>
                  </a:prstGeom>
                  <a:noFill/>
                  <a:ln w="38100">
                    <a:solidFill>
                      <a:srgbClr val="3164AB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17" name="Line 246"/>
                  <p:cNvSpPr>
                    <a:spLocks noChangeShapeType="1"/>
                  </p:cNvSpPr>
                  <p:nvPr/>
                </p:nvSpPr>
                <p:spPr bwMode="auto">
                  <a:xfrm>
                    <a:off x="1530" y="2895"/>
                    <a:ext cx="125" cy="0"/>
                  </a:xfrm>
                  <a:prstGeom prst="line">
                    <a:avLst/>
                  </a:prstGeom>
                  <a:noFill/>
                  <a:ln w="38100">
                    <a:solidFill>
                      <a:srgbClr val="3164AB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02" name="Group 247"/>
                <p:cNvGrpSpPr>
                  <a:grpSpLocks/>
                </p:cNvGrpSpPr>
                <p:nvPr/>
              </p:nvGrpSpPr>
              <p:grpSpPr bwMode="auto">
                <a:xfrm>
                  <a:off x="1544" y="2877"/>
                  <a:ext cx="304" cy="119"/>
                  <a:chOff x="1793" y="897"/>
                  <a:chExt cx="304" cy="119"/>
                </a:xfrm>
              </p:grpSpPr>
              <p:sp>
                <p:nvSpPr>
                  <p:cNvPr id="109" name="Arc 248"/>
                  <p:cNvSpPr>
                    <a:spLocks/>
                  </p:cNvSpPr>
                  <p:nvPr/>
                </p:nvSpPr>
                <p:spPr bwMode="auto">
                  <a:xfrm rot="5400000" flipH="1">
                    <a:off x="1876" y="884"/>
                    <a:ext cx="74" cy="101"/>
                  </a:xfrm>
                  <a:custGeom>
                    <a:avLst/>
                    <a:gdLst>
                      <a:gd name="T0" fmla="*/ 0 w 21600"/>
                      <a:gd name="T1" fmla="*/ 0 h 43099"/>
                      <a:gd name="T2" fmla="*/ 0 w 21600"/>
                      <a:gd name="T3" fmla="*/ 0 h 43099"/>
                      <a:gd name="T4" fmla="*/ 0 w 21600"/>
                      <a:gd name="T5" fmla="*/ 0 h 43099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43099"/>
                      <a:gd name="T11" fmla="*/ 21600 w 21600"/>
                      <a:gd name="T12" fmla="*/ 43099 h 43099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43099" fill="none" extrusionOk="0">
                        <a:moveTo>
                          <a:pt x="1802" y="0"/>
                        </a:moveTo>
                        <a:cubicBezTo>
                          <a:pt x="12994" y="937"/>
                          <a:pt x="21600" y="10294"/>
                          <a:pt x="21600" y="21525"/>
                        </a:cubicBezTo>
                        <a:cubicBezTo>
                          <a:pt x="21600" y="33043"/>
                          <a:pt x="12561" y="42535"/>
                          <a:pt x="1057" y="43099"/>
                        </a:cubicBezTo>
                      </a:path>
                      <a:path w="21600" h="43099" stroke="0" extrusionOk="0">
                        <a:moveTo>
                          <a:pt x="1802" y="0"/>
                        </a:moveTo>
                        <a:cubicBezTo>
                          <a:pt x="12994" y="937"/>
                          <a:pt x="21600" y="10294"/>
                          <a:pt x="21600" y="21525"/>
                        </a:cubicBezTo>
                        <a:cubicBezTo>
                          <a:pt x="21600" y="33043"/>
                          <a:pt x="12561" y="42535"/>
                          <a:pt x="1057" y="43099"/>
                        </a:cubicBezTo>
                        <a:lnTo>
                          <a:pt x="0" y="21525"/>
                        </a:lnTo>
                        <a:close/>
                      </a:path>
                    </a:pathLst>
                  </a:custGeom>
                  <a:noFill/>
                  <a:ln w="19050">
                    <a:solidFill>
                      <a:srgbClr val="3164AB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s-ES"/>
                  </a:p>
                </p:txBody>
              </p:sp>
              <p:sp>
                <p:nvSpPr>
                  <p:cNvPr id="110" name="Arc 249"/>
                  <p:cNvSpPr>
                    <a:spLocks/>
                  </p:cNvSpPr>
                  <p:nvPr/>
                </p:nvSpPr>
                <p:spPr bwMode="auto">
                  <a:xfrm rot="5400000">
                    <a:off x="1855" y="974"/>
                    <a:ext cx="49" cy="33"/>
                  </a:xfrm>
                  <a:custGeom>
                    <a:avLst/>
                    <a:gdLst>
                      <a:gd name="T0" fmla="*/ 0 w 21600"/>
                      <a:gd name="T1" fmla="*/ 0 h 43174"/>
                      <a:gd name="T2" fmla="*/ 0 w 21600"/>
                      <a:gd name="T3" fmla="*/ 0 h 43174"/>
                      <a:gd name="T4" fmla="*/ 0 w 21600"/>
                      <a:gd name="T5" fmla="*/ 0 h 43174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43174"/>
                      <a:gd name="T11" fmla="*/ 21600 w 21600"/>
                      <a:gd name="T12" fmla="*/ 43174 h 43174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43174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cubicBezTo>
                          <a:pt x="21600" y="33118"/>
                          <a:pt x="12561" y="42610"/>
                          <a:pt x="1057" y="43174"/>
                        </a:cubicBezTo>
                      </a:path>
                      <a:path w="21600" h="43174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cubicBezTo>
                          <a:pt x="21600" y="33118"/>
                          <a:pt x="12561" y="42610"/>
                          <a:pt x="1057" y="43174"/>
                        </a:cubicBezTo>
                        <a:lnTo>
                          <a:pt x="0" y="21600"/>
                        </a:lnTo>
                        <a:close/>
                      </a:path>
                    </a:pathLst>
                  </a:custGeom>
                  <a:noFill/>
                  <a:ln w="19050">
                    <a:solidFill>
                      <a:srgbClr val="3164AB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s-ES"/>
                  </a:p>
                </p:txBody>
              </p:sp>
              <p:sp>
                <p:nvSpPr>
                  <p:cNvPr id="111" name="Arc 250"/>
                  <p:cNvSpPr>
                    <a:spLocks/>
                  </p:cNvSpPr>
                  <p:nvPr/>
                </p:nvSpPr>
                <p:spPr bwMode="auto">
                  <a:xfrm rot="5400000" flipH="1">
                    <a:off x="1801" y="889"/>
                    <a:ext cx="88" cy="103"/>
                  </a:xfrm>
                  <a:custGeom>
                    <a:avLst/>
                    <a:gdLst>
                      <a:gd name="T0" fmla="*/ 0 w 21600"/>
                      <a:gd name="T1" fmla="*/ 0 h 42611"/>
                      <a:gd name="T2" fmla="*/ 0 w 21600"/>
                      <a:gd name="T3" fmla="*/ 0 h 42611"/>
                      <a:gd name="T4" fmla="*/ 0 w 21600"/>
                      <a:gd name="T5" fmla="*/ 0 h 42611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42611"/>
                      <a:gd name="T11" fmla="*/ 21600 w 21600"/>
                      <a:gd name="T12" fmla="*/ 42611 h 42611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42611" fill="none" extrusionOk="0">
                        <a:moveTo>
                          <a:pt x="3562" y="-1"/>
                        </a:moveTo>
                        <a:cubicBezTo>
                          <a:pt x="13972" y="1740"/>
                          <a:pt x="21600" y="10749"/>
                          <a:pt x="21600" y="21304"/>
                        </a:cubicBezTo>
                        <a:cubicBezTo>
                          <a:pt x="21600" y="31864"/>
                          <a:pt x="13963" y="40877"/>
                          <a:pt x="3545" y="42610"/>
                        </a:cubicBezTo>
                      </a:path>
                      <a:path w="21600" h="42611" stroke="0" extrusionOk="0">
                        <a:moveTo>
                          <a:pt x="3562" y="-1"/>
                        </a:moveTo>
                        <a:cubicBezTo>
                          <a:pt x="13972" y="1740"/>
                          <a:pt x="21600" y="10749"/>
                          <a:pt x="21600" y="21304"/>
                        </a:cubicBezTo>
                        <a:cubicBezTo>
                          <a:pt x="21600" y="31864"/>
                          <a:pt x="13963" y="40877"/>
                          <a:pt x="3545" y="42610"/>
                        </a:cubicBezTo>
                        <a:lnTo>
                          <a:pt x="0" y="21304"/>
                        </a:lnTo>
                        <a:close/>
                      </a:path>
                    </a:pathLst>
                  </a:custGeom>
                  <a:noFill/>
                  <a:ln w="19050">
                    <a:solidFill>
                      <a:srgbClr val="3164AB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s-ES"/>
                  </a:p>
                </p:txBody>
              </p:sp>
              <p:sp>
                <p:nvSpPr>
                  <p:cNvPr id="112" name="Arc 251"/>
                  <p:cNvSpPr>
                    <a:spLocks/>
                  </p:cNvSpPr>
                  <p:nvPr/>
                </p:nvSpPr>
                <p:spPr bwMode="auto">
                  <a:xfrm rot="5400000">
                    <a:off x="1922" y="973"/>
                    <a:ext cx="49" cy="33"/>
                  </a:xfrm>
                  <a:custGeom>
                    <a:avLst/>
                    <a:gdLst>
                      <a:gd name="T0" fmla="*/ 0 w 21600"/>
                      <a:gd name="T1" fmla="*/ 0 h 43174"/>
                      <a:gd name="T2" fmla="*/ 0 w 21600"/>
                      <a:gd name="T3" fmla="*/ 0 h 43174"/>
                      <a:gd name="T4" fmla="*/ 0 w 21600"/>
                      <a:gd name="T5" fmla="*/ 0 h 43174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43174"/>
                      <a:gd name="T11" fmla="*/ 21600 w 21600"/>
                      <a:gd name="T12" fmla="*/ 43174 h 43174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43174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cubicBezTo>
                          <a:pt x="21600" y="33118"/>
                          <a:pt x="12561" y="42610"/>
                          <a:pt x="1057" y="43174"/>
                        </a:cubicBezTo>
                      </a:path>
                      <a:path w="21600" h="43174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cubicBezTo>
                          <a:pt x="21600" y="33118"/>
                          <a:pt x="12561" y="42610"/>
                          <a:pt x="1057" y="43174"/>
                        </a:cubicBezTo>
                        <a:lnTo>
                          <a:pt x="0" y="21600"/>
                        </a:lnTo>
                        <a:close/>
                      </a:path>
                    </a:pathLst>
                  </a:custGeom>
                  <a:noFill/>
                  <a:ln w="19050">
                    <a:solidFill>
                      <a:srgbClr val="3164AB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s-ES"/>
                  </a:p>
                </p:txBody>
              </p:sp>
              <p:sp>
                <p:nvSpPr>
                  <p:cNvPr id="113" name="Arc 252"/>
                  <p:cNvSpPr>
                    <a:spLocks/>
                  </p:cNvSpPr>
                  <p:nvPr/>
                </p:nvSpPr>
                <p:spPr bwMode="auto">
                  <a:xfrm rot="5400000" flipH="1">
                    <a:off x="1943" y="885"/>
                    <a:ext cx="74" cy="101"/>
                  </a:xfrm>
                  <a:custGeom>
                    <a:avLst/>
                    <a:gdLst>
                      <a:gd name="T0" fmla="*/ 0 w 21600"/>
                      <a:gd name="T1" fmla="*/ 0 h 43099"/>
                      <a:gd name="T2" fmla="*/ 0 w 21600"/>
                      <a:gd name="T3" fmla="*/ 0 h 43099"/>
                      <a:gd name="T4" fmla="*/ 0 w 21600"/>
                      <a:gd name="T5" fmla="*/ 0 h 43099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43099"/>
                      <a:gd name="T11" fmla="*/ 21600 w 21600"/>
                      <a:gd name="T12" fmla="*/ 43099 h 43099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43099" fill="none" extrusionOk="0">
                        <a:moveTo>
                          <a:pt x="1802" y="0"/>
                        </a:moveTo>
                        <a:cubicBezTo>
                          <a:pt x="12994" y="937"/>
                          <a:pt x="21600" y="10294"/>
                          <a:pt x="21600" y="21525"/>
                        </a:cubicBezTo>
                        <a:cubicBezTo>
                          <a:pt x="21600" y="33043"/>
                          <a:pt x="12561" y="42535"/>
                          <a:pt x="1057" y="43099"/>
                        </a:cubicBezTo>
                      </a:path>
                      <a:path w="21600" h="43099" stroke="0" extrusionOk="0">
                        <a:moveTo>
                          <a:pt x="1802" y="0"/>
                        </a:moveTo>
                        <a:cubicBezTo>
                          <a:pt x="12994" y="937"/>
                          <a:pt x="21600" y="10294"/>
                          <a:pt x="21600" y="21525"/>
                        </a:cubicBezTo>
                        <a:cubicBezTo>
                          <a:pt x="21600" y="33043"/>
                          <a:pt x="12561" y="42535"/>
                          <a:pt x="1057" y="43099"/>
                        </a:cubicBezTo>
                        <a:lnTo>
                          <a:pt x="0" y="21525"/>
                        </a:lnTo>
                        <a:close/>
                      </a:path>
                    </a:pathLst>
                  </a:custGeom>
                  <a:noFill/>
                  <a:ln w="19050">
                    <a:solidFill>
                      <a:srgbClr val="3164AB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s-ES"/>
                  </a:p>
                </p:txBody>
              </p:sp>
              <p:sp>
                <p:nvSpPr>
                  <p:cNvPr id="114" name="Arc 253"/>
                  <p:cNvSpPr>
                    <a:spLocks/>
                  </p:cNvSpPr>
                  <p:nvPr/>
                </p:nvSpPr>
                <p:spPr bwMode="auto">
                  <a:xfrm rot="5400000">
                    <a:off x="1989" y="975"/>
                    <a:ext cx="49" cy="33"/>
                  </a:xfrm>
                  <a:custGeom>
                    <a:avLst/>
                    <a:gdLst>
                      <a:gd name="T0" fmla="*/ 0 w 21600"/>
                      <a:gd name="T1" fmla="*/ 0 h 43174"/>
                      <a:gd name="T2" fmla="*/ 0 w 21600"/>
                      <a:gd name="T3" fmla="*/ 0 h 43174"/>
                      <a:gd name="T4" fmla="*/ 0 w 21600"/>
                      <a:gd name="T5" fmla="*/ 0 h 43174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43174"/>
                      <a:gd name="T11" fmla="*/ 21600 w 21600"/>
                      <a:gd name="T12" fmla="*/ 43174 h 43174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43174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cubicBezTo>
                          <a:pt x="21600" y="33118"/>
                          <a:pt x="12561" y="42610"/>
                          <a:pt x="1057" y="43174"/>
                        </a:cubicBezTo>
                      </a:path>
                      <a:path w="21600" h="43174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cubicBezTo>
                          <a:pt x="21600" y="33118"/>
                          <a:pt x="12561" y="42610"/>
                          <a:pt x="1057" y="43174"/>
                        </a:cubicBezTo>
                        <a:lnTo>
                          <a:pt x="0" y="21600"/>
                        </a:lnTo>
                        <a:close/>
                      </a:path>
                    </a:pathLst>
                  </a:custGeom>
                  <a:noFill/>
                  <a:ln w="19050">
                    <a:solidFill>
                      <a:srgbClr val="3164AB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s-ES"/>
                  </a:p>
                </p:txBody>
              </p:sp>
              <p:sp>
                <p:nvSpPr>
                  <p:cNvPr id="115" name="Arc 254"/>
                  <p:cNvSpPr>
                    <a:spLocks/>
                  </p:cNvSpPr>
                  <p:nvPr/>
                </p:nvSpPr>
                <p:spPr bwMode="auto">
                  <a:xfrm rot="5400000" flipH="1">
                    <a:off x="2010" y="885"/>
                    <a:ext cx="74" cy="101"/>
                  </a:xfrm>
                  <a:custGeom>
                    <a:avLst/>
                    <a:gdLst>
                      <a:gd name="T0" fmla="*/ 0 w 21600"/>
                      <a:gd name="T1" fmla="*/ 0 h 43099"/>
                      <a:gd name="T2" fmla="*/ 0 w 21600"/>
                      <a:gd name="T3" fmla="*/ 0 h 43099"/>
                      <a:gd name="T4" fmla="*/ 0 w 21600"/>
                      <a:gd name="T5" fmla="*/ 0 h 43099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43099"/>
                      <a:gd name="T11" fmla="*/ 21600 w 21600"/>
                      <a:gd name="T12" fmla="*/ 43099 h 43099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43099" fill="none" extrusionOk="0">
                        <a:moveTo>
                          <a:pt x="1802" y="0"/>
                        </a:moveTo>
                        <a:cubicBezTo>
                          <a:pt x="12994" y="937"/>
                          <a:pt x="21600" y="10294"/>
                          <a:pt x="21600" y="21525"/>
                        </a:cubicBezTo>
                        <a:cubicBezTo>
                          <a:pt x="21600" y="33043"/>
                          <a:pt x="12561" y="42535"/>
                          <a:pt x="1057" y="43099"/>
                        </a:cubicBezTo>
                      </a:path>
                      <a:path w="21600" h="43099" stroke="0" extrusionOk="0">
                        <a:moveTo>
                          <a:pt x="1802" y="0"/>
                        </a:moveTo>
                        <a:cubicBezTo>
                          <a:pt x="12994" y="937"/>
                          <a:pt x="21600" y="10294"/>
                          <a:pt x="21600" y="21525"/>
                        </a:cubicBezTo>
                        <a:cubicBezTo>
                          <a:pt x="21600" y="33043"/>
                          <a:pt x="12561" y="42535"/>
                          <a:pt x="1057" y="43099"/>
                        </a:cubicBezTo>
                        <a:lnTo>
                          <a:pt x="0" y="21525"/>
                        </a:lnTo>
                        <a:close/>
                      </a:path>
                    </a:pathLst>
                  </a:custGeom>
                  <a:noFill/>
                  <a:ln w="19050">
                    <a:solidFill>
                      <a:srgbClr val="3164AB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s-ES"/>
                  </a:p>
                </p:txBody>
              </p:sp>
            </p:grpSp>
            <p:sp>
              <p:nvSpPr>
                <p:cNvPr id="103" name="Line 255"/>
                <p:cNvSpPr>
                  <a:spLocks noChangeShapeType="1"/>
                </p:cNvSpPr>
                <p:nvPr/>
              </p:nvSpPr>
              <p:spPr bwMode="auto">
                <a:xfrm rot="10800000">
                  <a:off x="1845" y="2945"/>
                  <a:ext cx="650" cy="0"/>
                </a:xfrm>
                <a:prstGeom prst="line">
                  <a:avLst/>
                </a:prstGeom>
                <a:noFill/>
                <a:ln w="19050">
                  <a:solidFill>
                    <a:srgbClr val="3164AB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" name="Text Box 256"/>
                <p:cNvSpPr txBox="1">
                  <a:spLocks noChangeArrowheads="1"/>
                </p:cNvSpPr>
                <p:nvPr/>
              </p:nvSpPr>
              <p:spPr bwMode="auto">
                <a:xfrm>
                  <a:off x="2022" y="2976"/>
                  <a:ext cx="220" cy="23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lang="en-GB" sz="1800" b="0">
                      <a:solidFill>
                        <a:schemeClr val="tx1"/>
                      </a:solidFill>
                    </a:rPr>
                    <a:t>C</a:t>
                  </a:r>
                  <a:endParaRPr lang="en-GB" sz="1800" b="0" baseline="-250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5" name="Text Box 257"/>
                <p:cNvSpPr txBox="1">
                  <a:spLocks noChangeArrowheads="1"/>
                </p:cNvSpPr>
                <p:nvPr/>
              </p:nvSpPr>
              <p:spPr bwMode="auto">
                <a:xfrm>
                  <a:off x="1684" y="2961"/>
                  <a:ext cx="196" cy="23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lang="en-GB" sz="1800" b="0">
                      <a:solidFill>
                        <a:schemeClr val="tx1"/>
                      </a:solidFill>
                    </a:rPr>
                    <a:t>L</a:t>
                  </a:r>
                  <a:endParaRPr lang="en-GB" sz="1800" b="0" baseline="-250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6" name="Text Box 258"/>
                <p:cNvSpPr txBox="1">
                  <a:spLocks noChangeArrowheads="1"/>
                </p:cNvSpPr>
                <p:nvPr/>
              </p:nvSpPr>
              <p:spPr bwMode="auto">
                <a:xfrm>
                  <a:off x="2470" y="2987"/>
                  <a:ext cx="236" cy="23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algn="ctr"/>
                  <a:r>
                    <a:rPr lang="en-GB" sz="1800" b="0">
                      <a:solidFill>
                        <a:schemeClr val="tx1"/>
                      </a:solidFill>
                    </a:rPr>
                    <a:t>+</a:t>
                  </a:r>
                  <a:endParaRPr lang="en-GB" sz="1800" b="0" baseline="-250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7" name="Text Box 259"/>
                <p:cNvSpPr txBox="1">
                  <a:spLocks noChangeArrowheads="1"/>
                </p:cNvSpPr>
                <p:nvPr/>
              </p:nvSpPr>
              <p:spPr bwMode="auto">
                <a:xfrm>
                  <a:off x="2470" y="3253"/>
                  <a:ext cx="236" cy="23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algn="ctr"/>
                  <a:r>
                    <a:rPr lang="en-GB" sz="1800" b="0">
                      <a:solidFill>
                        <a:schemeClr val="tx1"/>
                      </a:solidFill>
                    </a:rPr>
                    <a:t>-</a:t>
                  </a:r>
                  <a:endParaRPr lang="en-GB" sz="1800" b="0" baseline="-250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8" name="Line 260"/>
                <p:cNvSpPr>
                  <a:spLocks noChangeShapeType="1"/>
                </p:cNvSpPr>
                <p:nvPr/>
              </p:nvSpPr>
              <p:spPr bwMode="auto">
                <a:xfrm>
                  <a:off x="1344" y="2898"/>
                  <a:ext cx="170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80" name="Line 261"/>
              <p:cNvSpPr>
                <a:spLocks noChangeShapeType="1"/>
              </p:cNvSpPr>
              <p:nvPr/>
            </p:nvSpPr>
            <p:spPr bwMode="auto">
              <a:xfrm rot="5400000">
                <a:off x="1187" y="3869"/>
                <a:ext cx="327" cy="0"/>
              </a:xfrm>
              <a:prstGeom prst="line">
                <a:avLst/>
              </a:prstGeom>
              <a:noFill/>
              <a:ln w="19050">
                <a:solidFill>
                  <a:srgbClr val="3164AB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81" name="Group 262"/>
              <p:cNvGrpSpPr>
                <a:grpSpLocks/>
              </p:cNvGrpSpPr>
              <p:nvPr/>
            </p:nvGrpSpPr>
            <p:grpSpPr bwMode="auto">
              <a:xfrm>
                <a:off x="1505" y="3086"/>
                <a:ext cx="570" cy="255"/>
                <a:chOff x="3660" y="3479"/>
                <a:chExt cx="570" cy="255"/>
              </a:xfrm>
            </p:grpSpPr>
            <p:sp>
              <p:nvSpPr>
                <p:cNvPr id="86" name="Text Box 263"/>
                <p:cNvSpPr txBox="1">
                  <a:spLocks noChangeArrowheads="1"/>
                </p:cNvSpPr>
                <p:nvPr/>
              </p:nvSpPr>
              <p:spPr bwMode="auto">
                <a:xfrm>
                  <a:off x="3799" y="3479"/>
                  <a:ext cx="316" cy="23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algn="ctr"/>
                  <a:r>
                    <a:rPr lang="en-GB" sz="1800">
                      <a:solidFill>
                        <a:schemeClr val="tx1"/>
                      </a:solidFill>
                    </a:rPr>
                    <a:t>v</a:t>
                  </a:r>
                  <a:r>
                    <a:rPr lang="en-GB" sz="1800" baseline="-25000">
                      <a:solidFill>
                        <a:schemeClr val="tx1"/>
                      </a:solidFill>
                    </a:rPr>
                    <a:t>L</a:t>
                  </a:r>
                </a:p>
              </p:txBody>
            </p:sp>
            <p:sp>
              <p:nvSpPr>
                <p:cNvPr id="87" name="Text Box 264"/>
                <p:cNvSpPr txBox="1">
                  <a:spLocks noChangeArrowheads="1"/>
                </p:cNvSpPr>
                <p:nvPr/>
              </p:nvSpPr>
              <p:spPr bwMode="auto">
                <a:xfrm>
                  <a:off x="3660" y="3501"/>
                  <a:ext cx="236" cy="23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algn="ctr"/>
                  <a:r>
                    <a:rPr lang="en-GB" sz="1800" b="0">
                      <a:solidFill>
                        <a:schemeClr val="tx1"/>
                      </a:solidFill>
                    </a:rPr>
                    <a:t>+</a:t>
                  </a:r>
                  <a:endParaRPr lang="en-GB" sz="1800" b="0" baseline="-250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8" name="Text Box 265"/>
                <p:cNvSpPr txBox="1">
                  <a:spLocks noChangeArrowheads="1"/>
                </p:cNvSpPr>
                <p:nvPr/>
              </p:nvSpPr>
              <p:spPr bwMode="auto">
                <a:xfrm>
                  <a:off x="3994" y="3503"/>
                  <a:ext cx="236" cy="23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algn="ctr"/>
                  <a:r>
                    <a:rPr lang="en-GB" sz="1800" b="0">
                      <a:solidFill>
                        <a:schemeClr val="tx1"/>
                      </a:solidFill>
                    </a:rPr>
                    <a:t>-</a:t>
                  </a:r>
                  <a:endParaRPr lang="en-GB" sz="1800" b="0" baseline="-2500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82" name="Group 393"/>
              <p:cNvGrpSpPr>
                <a:grpSpLocks/>
              </p:cNvGrpSpPr>
              <p:nvPr/>
            </p:nvGrpSpPr>
            <p:grpSpPr bwMode="auto">
              <a:xfrm>
                <a:off x="1189" y="3640"/>
                <a:ext cx="314" cy="81"/>
                <a:chOff x="962" y="1273"/>
                <a:chExt cx="314" cy="81"/>
              </a:xfrm>
            </p:grpSpPr>
            <p:sp>
              <p:nvSpPr>
                <p:cNvPr id="84" name="Rectangle 394"/>
                <p:cNvSpPr>
                  <a:spLocks noChangeArrowheads="1"/>
                </p:cNvSpPr>
                <p:nvPr/>
              </p:nvSpPr>
              <p:spPr bwMode="auto">
                <a:xfrm>
                  <a:off x="1053" y="1314"/>
                  <a:ext cx="132" cy="40"/>
                </a:xfrm>
                <a:prstGeom prst="rect">
                  <a:avLst/>
                </a:prstGeom>
                <a:solidFill>
                  <a:srgbClr val="3164AB"/>
                </a:solidFill>
                <a:ln w="19050">
                  <a:solidFill>
                    <a:srgbClr val="3164AB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s-ES"/>
                </a:p>
              </p:txBody>
            </p:sp>
            <p:sp>
              <p:nvSpPr>
                <p:cNvPr id="85" name="Line 395"/>
                <p:cNvSpPr>
                  <a:spLocks noChangeShapeType="1"/>
                </p:cNvSpPr>
                <p:nvPr/>
              </p:nvSpPr>
              <p:spPr bwMode="auto">
                <a:xfrm rot="10800000">
                  <a:off x="962" y="1273"/>
                  <a:ext cx="314" cy="0"/>
                </a:xfrm>
                <a:prstGeom prst="line">
                  <a:avLst/>
                </a:prstGeom>
                <a:noFill/>
                <a:ln w="19050">
                  <a:solidFill>
                    <a:srgbClr val="3164AB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83" name="Line 396"/>
              <p:cNvSpPr>
                <a:spLocks noChangeShapeType="1"/>
              </p:cNvSpPr>
              <p:nvPr/>
            </p:nvSpPr>
            <p:spPr bwMode="auto">
              <a:xfrm rot="5400000">
                <a:off x="1243" y="3532"/>
                <a:ext cx="213" cy="0"/>
              </a:xfrm>
              <a:prstGeom prst="line">
                <a:avLst/>
              </a:prstGeom>
              <a:noFill/>
              <a:ln w="19050">
                <a:solidFill>
                  <a:srgbClr val="3164AB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DC/DC Converters used for boosting the battery voltage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AC motors in EVs and HEVs are fed by inverters which in-turn is fed by a high voltage DC/DC converter.</a:t>
            </a:r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3568700"/>
            <a:ext cx="9169400" cy="3289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6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" y="609600"/>
            <a:ext cx="9144001" cy="2514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Rectangle 2"/>
          <p:cNvSpPr/>
          <p:nvPr/>
        </p:nvSpPr>
        <p:spPr>
          <a:xfrm>
            <a:off x="533400" y="3276600"/>
            <a:ext cx="79248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dirty="0" smtClean="0"/>
              <a:t>As an example, in Toyota </a:t>
            </a:r>
            <a:r>
              <a:rPr lang="en-US" sz="3600" dirty="0" err="1" smtClean="0"/>
              <a:t>Prius</a:t>
            </a:r>
            <a:r>
              <a:rPr lang="en-US" sz="3600" dirty="0" smtClean="0"/>
              <a:t> the low voltage bus is at 201.3 V Nickel-Metal Hydride (Ni-MH) battery output, which is converted to 500 V by a simple boost converter to feed a 50KW (1200-1540 rpm) PMSM</a:t>
            </a:r>
            <a:endParaRPr lang="en-US" sz="3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Unidirectional  DC/ DC Converters </a:t>
            </a:r>
          </a:p>
          <a:p>
            <a:r>
              <a:rPr lang="en-US" dirty="0" smtClean="0"/>
              <a:t>Bidirectional DC/ DC Converters </a:t>
            </a:r>
          </a:p>
          <a:p>
            <a:pPr>
              <a:buNone/>
            </a:pPr>
            <a:endParaRPr lang="en-US" dirty="0"/>
          </a:p>
        </p:txBody>
      </p:sp>
      <p:grpSp>
        <p:nvGrpSpPr>
          <p:cNvPr id="17" name="Group 16"/>
          <p:cNvGrpSpPr/>
          <p:nvPr/>
        </p:nvGrpSpPr>
        <p:grpSpPr>
          <a:xfrm>
            <a:off x="4747137" y="2377428"/>
            <a:ext cx="4643299" cy="3207717"/>
            <a:chOff x="4747137" y="2377428"/>
            <a:chExt cx="4643299" cy="3207717"/>
          </a:xfrm>
        </p:grpSpPr>
        <p:sp>
          <p:nvSpPr>
            <p:cNvPr id="5" name="Flowchart: Sequential Access Storage 4"/>
            <p:cNvSpPr/>
            <p:nvPr/>
          </p:nvSpPr>
          <p:spPr>
            <a:xfrm rot="11669694">
              <a:off x="4747137" y="2377428"/>
              <a:ext cx="4643299" cy="3207717"/>
            </a:xfrm>
            <a:prstGeom prst="flowChartMagneticTap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/>
            <p:cNvSpPr txBox="1"/>
            <p:nvPr/>
          </p:nvSpPr>
          <p:spPr>
            <a:xfrm rot="986455">
              <a:off x="5422011" y="2586390"/>
              <a:ext cx="3048000" cy="26776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 smtClean="0"/>
                <a:t>various onboard loads such as</a:t>
              </a:r>
            </a:p>
            <a:p>
              <a:r>
                <a:rPr lang="en-US" sz="2800" dirty="0" smtClean="0"/>
                <a:t>sensors, controls, entertainment, utility, and safety equipment</a:t>
              </a:r>
              <a:endParaRPr lang="en-US" sz="2800" dirty="0"/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152400" y="2819400"/>
            <a:ext cx="4724400" cy="3810000"/>
            <a:chOff x="152400" y="2819400"/>
            <a:chExt cx="4724400" cy="3810000"/>
          </a:xfrm>
        </p:grpSpPr>
        <p:sp>
          <p:nvSpPr>
            <p:cNvPr id="15" name="Right Arrow Callout 14"/>
            <p:cNvSpPr/>
            <p:nvPr/>
          </p:nvSpPr>
          <p:spPr>
            <a:xfrm rot="16200000">
              <a:off x="609600" y="2362200"/>
              <a:ext cx="3810000" cy="4724400"/>
            </a:xfrm>
            <a:prstGeom prst="rightArrowCallou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381000" y="4343400"/>
              <a:ext cx="3657600" cy="20621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 smtClean="0"/>
                <a:t>battery charging, regenerative braking, and backup power</a:t>
              </a:r>
              <a:endParaRPr lang="en-US" sz="32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762000"/>
            <a:ext cx="8229600" cy="5562600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Bidirectional converter is usually from a low voltage end such as battery or a super capacitor to a high voltage side and is referred to as boost operation</a:t>
            </a:r>
          </a:p>
          <a:p>
            <a:r>
              <a:rPr lang="en-US" dirty="0" smtClean="0"/>
              <a:t>During regenerative braking, the power flows back to the low voltage bus to recharge the battery (buck mode).</a:t>
            </a:r>
          </a:p>
          <a:p>
            <a:r>
              <a:rPr lang="en-US" dirty="0" smtClean="0"/>
              <a:t>the bidirectional</a:t>
            </a:r>
          </a:p>
          <a:p>
            <a:r>
              <a:rPr lang="en-US" dirty="0" smtClean="0"/>
              <a:t>DC/DC converter facilitates the safe operation of the vehicle when ICEs or electric drives fail to drive the motor.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229600" cy="5592763"/>
          </a:xfrm>
        </p:spPr>
        <p:txBody>
          <a:bodyPr>
            <a:normAutofit/>
          </a:bodyPr>
          <a:lstStyle/>
          <a:p>
            <a:r>
              <a:rPr lang="en-US" dirty="0" smtClean="0"/>
              <a:t>A DC chopper is a static device that converts fixed dc input voltage to a variable dc output voltage directly.</a:t>
            </a:r>
          </a:p>
          <a:p>
            <a:r>
              <a:rPr lang="en-US" dirty="0" smtClean="0"/>
              <a:t>Type A – First Quadrant </a:t>
            </a:r>
          </a:p>
          <a:p>
            <a:r>
              <a:rPr lang="en-US" dirty="0" smtClean="0"/>
              <a:t>When the chopper is on, v</a:t>
            </a:r>
            <a:r>
              <a:rPr lang="en-US" baseline="-25000" dirty="0" smtClean="0"/>
              <a:t>0 = </a:t>
            </a:r>
            <a:r>
              <a:rPr lang="en-US" dirty="0" smtClean="0"/>
              <a:t>V</a:t>
            </a:r>
            <a:r>
              <a:rPr lang="en-US" baseline="-25000" dirty="0" smtClean="0"/>
              <a:t>S </a:t>
            </a:r>
            <a:r>
              <a:rPr lang="en-US" dirty="0" smtClean="0"/>
              <a:t>as a result and the current flows in the direction of the load</a:t>
            </a:r>
          </a:p>
          <a:p>
            <a:r>
              <a:rPr lang="en-US" dirty="0" smtClean="0"/>
              <a:t>But when the chopper is off v</a:t>
            </a:r>
            <a:r>
              <a:rPr lang="en-US" baseline="-25000" dirty="0" smtClean="0"/>
              <a:t>0   </a:t>
            </a:r>
            <a:r>
              <a:rPr lang="en-US" dirty="0" smtClean="0"/>
              <a:t>is zero but I</a:t>
            </a:r>
            <a:r>
              <a:rPr lang="en-US" baseline="-25000" dirty="0" smtClean="0"/>
              <a:t>0 </a:t>
            </a:r>
            <a:r>
              <a:rPr lang="en-US" dirty="0" smtClean="0"/>
              <a:t> continues to flow in the same direction through the freewheeling diode FD</a:t>
            </a:r>
          </a:p>
          <a:p>
            <a:endParaRPr lang="en-US" dirty="0"/>
          </a:p>
        </p:txBody>
      </p:sp>
      <p:pic>
        <p:nvPicPr>
          <p:cNvPr id="4" name="Content Placeholder 3" descr="Chopper-First-Quadra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962400"/>
            <a:ext cx="6692047" cy="2717006"/>
          </a:xfrm>
          <a:prstGeom prst="rect">
            <a:avLst/>
          </a:prstGeom>
        </p:spPr>
      </p:pic>
      <p:pic>
        <p:nvPicPr>
          <p:cNvPr id="5" name="Content Placeholder 3" descr="Chopper-First-Quadra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0"/>
            <a:ext cx="6692047" cy="271700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xit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xit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4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6096000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Type B Second Quadrant operation </a:t>
            </a:r>
          </a:p>
          <a:p>
            <a:r>
              <a:rPr lang="en-US" dirty="0" smtClean="0"/>
              <a:t>In type B or second quadrant chopper the load must always contain a dc source E</a:t>
            </a:r>
          </a:p>
          <a:p>
            <a:r>
              <a:rPr lang="en-US" dirty="0" smtClean="0"/>
              <a:t>When the chopper is on, v</a:t>
            </a:r>
            <a:r>
              <a:rPr lang="en-US" baseline="-25000" dirty="0" smtClean="0"/>
              <a:t>0 </a:t>
            </a:r>
            <a:r>
              <a:rPr lang="en-US" dirty="0" smtClean="0"/>
              <a:t>  is zero but the load voltage E drives the current through the inductor L and the chopper</a:t>
            </a:r>
          </a:p>
          <a:p>
            <a:r>
              <a:rPr lang="en-US" dirty="0" smtClean="0"/>
              <a:t>L stores the energy during the time T</a:t>
            </a:r>
            <a:r>
              <a:rPr lang="en-US" baseline="-25000" dirty="0" smtClean="0"/>
              <a:t>on </a:t>
            </a:r>
            <a:r>
              <a:rPr lang="en-US" dirty="0" smtClean="0"/>
              <a:t> of the chopper </a:t>
            </a:r>
          </a:p>
          <a:p>
            <a:r>
              <a:rPr lang="en-US" dirty="0" smtClean="0"/>
              <a:t> When the chopper is off , v</a:t>
            </a:r>
            <a:r>
              <a:rPr lang="en-US" baseline="-25000" dirty="0" smtClean="0"/>
              <a:t>0 </a:t>
            </a:r>
            <a:r>
              <a:rPr lang="en-US" dirty="0" smtClean="0"/>
              <a:t>will be more than the source voltage  V</a:t>
            </a:r>
            <a:r>
              <a:rPr lang="en-US" baseline="-25000" dirty="0" smtClean="0"/>
              <a:t>s </a:t>
            </a:r>
          </a:p>
          <a:p>
            <a:r>
              <a:rPr lang="en-US" dirty="0" smtClean="0"/>
              <a:t>Because of this the diode D2 will be  forward biased and begins conducting </a:t>
            </a:r>
          </a:p>
          <a:p>
            <a:r>
              <a:rPr lang="en-US" dirty="0" smtClean="0"/>
              <a:t>The power starts flowing to the source</a:t>
            </a:r>
            <a:endParaRPr lang="en-US" dirty="0"/>
          </a:p>
        </p:txBody>
      </p:sp>
      <p:pic>
        <p:nvPicPr>
          <p:cNvPr id="43010" name="Picture 2" descr="C:\Users\Argade\Desktop\Chopper-Second-Quadrant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76450" y="4181475"/>
            <a:ext cx="7067550" cy="2676525"/>
          </a:xfrm>
          <a:prstGeom prst="rect">
            <a:avLst/>
          </a:prstGeom>
          <a:noFill/>
        </p:spPr>
      </p:pic>
      <p:pic>
        <p:nvPicPr>
          <p:cNvPr id="5" name="Picture 2" descr="C:\Users\Argade\Desktop\Chopper-Second-Quadrant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2000" y="457200"/>
            <a:ext cx="7067550" cy="267652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43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xit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26" dur="500"/>
                                        <p:tgtEl>
                                          <p:spTgt spid="430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xit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5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6096000"/>
          </a:xfrm>
        </p:spPr>
        <p:txBody>
          <a:bodyPr>
            <a:normAutofit/>
          </a:bodyPr>
          <a:lstStyle/>
          <a:p>
            <a:r>
              <a:rPr lang="en-US" dirty="0" smtClean="0"/>
              <a:t>Type B Second Quadrant operation </a:t>
            </a:r>
          </a:p>
          <a:p>
            <a:r>
              <a:rPr lang="en-US" dirty="0" smtClean="0"/>
              <a:t>No matter the chopper is on or off the current I</a:t>
            </a:r>
            <a:r>
              <a:rPr lang="en-US" baseline="-25000" dirty="0" smtClean="0"/>
              <a:t>0</a:t>
            </a:r>
            <a:r>
              <a:rPr lang="en-US" dirty="0" smtClean="0"/>
              <a:t>  will be flowing out of the load and is treated negative </a:t>
            </a:r>
          </a:p>
          <a:p>
            <a:r>
              <a:rPr lang="en-US" dirty="0" smtClean="0"/>
              <a:t>Since V</a:t>
            </a:r>
            <a:r>
              <a:rPr lang="en-US" baseline="-25000" dirty="0" smtClean="0"/>
              <a:t>O </a:t>
            </a:r>
            <a:r>
              <a:rPr lang="en-US" dirty="0" smtClean="0"/>
              <a:t> is positive and  the current I</a:t>
            </a:r>
            <a:r>
              <a:rPr lang="en-US" baseline="-25000" dirty="0" smtClean="0"/>
              <a:t>0 </a:t>
            </a:r>
            <a:r>
              <a:rPr lang="en-US" dirty="0" smtClean="0"/>
              <a:t> is negative , the direction of power flow will be from load to source. </a:t>
            </a:r>
          </a:p>
          <a:p>
            <a:r>
              <a:rPr lang="en-US" dirty="0" smtClean="0"/>
              <a:t>The load voltage V</a:t>
            </a:r>
            <a:r>
              <a:rPr lang="en-US" baseline="-25000" dirty="0" smtClean="0"/>
              <a:t>0 </a:t>
            </a:r>
            <a:r>
              <a:rPr lang="en-US" dirty="0" smtClean="0"/>
              <a:t>  will be more than the voltage V</a:t>
            </a:r>
            <a:r>
              <a:rPr lang="en-US" baseline="-25000" dirty="0" smtClean="0"/>
              <a:t>s</a:t>
            </a:r>
            <a:r>
              <a:rPr lang="en-US" dirty="0" smtClean="0"/>
              <a:t>  so the  type B chopper is also known as a step up chopper .</a:t>
            </a:r>
          </a:p>
        </p:txBody>
      </p:sp>
      <p:pic>
        <p:nvPicPr>
          <p:cNvPr id="4" name="Picture 2" descr="C:\Users\Argade\Desktop\Chopper-Second-Quadrant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00200" y="4181475"/>
            <a:ext cx="7067550" cy="2676525"/>
          </a:xfrm>
          <a:prstGeom prst="rect">
            <a:avLst/>
          </a:prstGeom>
          <a:noFill/>
        </p:spPr>
      </p:pic>
      <p:pic>
        <p:nvPicPr>
          <p:cNvPr id="5" name="Picture 2" descr="C:\Users\Argade\Desktop\Chopper-Second-Quadrant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38200" y="0"/>
            <a:ext cx="7067550" cy="267652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xit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xit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3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52400"/>
            <a:ext cx="8610600" cy="6553200"/>
          </a:xfrm>
        </p:spPr>
        <p:txBody>
          <a:bodyPr>
            <a:normAutofit fontScale="77500" lnSpcReduction="20000"/>
          </a:bodyPr>
          <a:lstStyle/>
          <a:p>
            <a:r>
              <a:rPr lang="en-US" dirty="0" smtClean="0"/>
              <a:t>Type C chopper is obtained by connecting type –A  and type –B choppers in parallel. </a:t>
            </a:r>
          </a:p>
          <a:p>
            <a:r>
              <a:rPr lang="en-US" dirty="0" smtClean="0"/>
              <a:t>We will always get a positive output voltage V</a:t>
            </a:r>
            <a:r>
              <a:rPr lang="en-US" baseline="-25000" dirty="0" smtClean="0"/>
              <a:t>0 </a:t>
            </a:r>
            <a:r>
              <a:rPr lang="en-US" dirty="0" smtClean="0"/>
              <a:t> as the freewheeling diode FD is present across the load. </a:t>
            </a:r>
          </a:p>
          <a:p>
            <a:r>
              <a:rPr lang="en-US" dirty="0" smtClean="0"/>
              <a:t>When the chopper is on the freewheeling diode starts conducting and the output voltage v</a:t>
            </a:r>
            <a:r>
              <a:rPr lang="en-US" baseline="-25000" dirty="0" smtClean="0"/>
              <a:t>0</a:t>
            </a:r>
            <a:r>
              <a:rPr lang="en-US" dirty="0" smtClean="0"/>
              <a:t> will be equal to V</a:t>
            </a:r>
            <a:r>
              <a:rPr lang="en-US" baseline="-25000" dirty="0" smtClean="0"/>
              <a:t>s  </a:t>
            </a:r>
          </a:p>
          <a:p>
            <a:r>
              <a:rPr lang="en-US" dirty="0" smtClean="0"/>
              <a:t>The direction of the load current i</a:t>
            </a:r>
            <a:r>
              <a:rPr lang="en-US" baseline="-25000" dirty="0" smtClean="0"/>
              <a:t>0 </a:t>
            </a:r>
            <a:r>
              <a:rPr lang="en-US" dirty="0" smtClean="0"/>
              <a:t>will be reversed.</a:t>
            </a:r>
          </a:p>
          <a:p>
            <a:r>
              <a:rPr lang="en-US" dirty="0" smtClean="0"/>
              <a:t>The current i</a:t>
            </a:r>
            <a:r>
              <a:rPr lang="en-US" baseline="-25000" dirty="0" smtClean="0"/>
              <a:t>0 </a:t>
            </a:r>
            <a:r>
              <a:rPr lang="en-US" dirty="0" smtClean="0"/>
              <a:t> will be flowing towards the source  and   it will be positive regardless the chopper is on or  the FD conducts.</a:t>
            </a:r>
          </a:p>
          <a:p>
            <a:r>
              <a:rPr lang="en-US" dirty="0" smtClean="0"/>
              <a:t>The load current will be negative if the chopper is or the diode D2 conducts. </a:t>
            </a:r>
          </a:p>
          <a:p>
            <a:r>
              <a:rPr lang="en-US" dirty="0" smtClean="0"/>
              <a:t>chopper and FD  operate together as type-A chopper</a:t>
            </a:r>
          </a:p>
          <a:p>
            <a:r>
              <a:rPr lang="en-US" dirty="0" smtClean="0"/>
              <a:t>In the second quadrant, the chopper and D2 will operate together as type –B chopper</a:t>
            </a:r>
          </a:p>
          <a:p>
            <a:r>
              <a:rPr lang="en-US" dirty="0" smtClean="0"/>
              <a:t>The average voltage will be always positive but the average load current might be positive or negative. </a:t>
            </a:r>
          </a:p>
          <a:p>
            <a:r>
              <a:rPr lang="en-US" dirty="0" smtClean="0"/>
              <a:t>For regenerative braking and motoring these type of chopper configuration is used.</a:t>
            </a:r>
          </a:p>
          <a:p>
            <a:endParaRPr lang="en-US" dirty="0"/>
          </a:p>
        </p:txBody>
      </p:sp>
      <p:pic>
        <p:nvPicPr>
          <p:cNvPr id="44034" name="Picture 2" descr="C:\Users\Argade\Desktop\Chopper-Two-Quadrant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0" y="3638550"/>
            <a:ext cx="7019925" cy="3219450"/>
          </a:xfrm>
          <a:prstGeom prst="rect">
            <a:avLst/>
          </a:prstGeom>
          <a:noFill/>
        </p:spPr>
      </p:pic>
      <p:pic>
        <p:nvPicPr>
          <p:cNvPr id="5" name="Picture 2" descr="C:\Users\Argade\Desktop\Chopper-Two-Quadrant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8600" y="0"/>
            <a:ext cx="7019925" cy="32194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44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xit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36" dur="500"/>
                                        <p:tgtEl>
                                          <p:spTgt spid="440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4" presetClass="exit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7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8600"/>
            <a:ext cx="8229600" cy="6400800"/>
          </a:xfrm>
        </p:spPr>
        <p:txBody>
          <a:bodyPr>
            <a:normAutofit/>
          </a:bodyPr>
          <a:lstStyle/>
          <a:p>
            <a:r>
              <a:rPr lang="en-US" dirty="0" smtClean="0"/>
              <a:t>First Quadrant : During the first quadrant operation the chopper CH4 will be on . Chopper CH3 will be off and CH1 will be operated.(Step Down)</a:t>
            </a:r>
          </a:p>
          <a:p>
            <a:r>
              <a:rPr lang="en-US" dirty="0" smtClean="0"/>
              <a:t>Second Quadrant In this case the chopper CH2 will be operational and the other three are kept off. (Step up)</a:t>
            </a:r>
          </a:p>
          <a:p>
            <a:r>
              <a:rPr lang="en-US" dirty="0" smtClean="0"/>
              <a:t>In third quadrant operation CH1 will be kept off , CH2 will be  on and CH3 is operated. (Step Down)</a:t>
            </a:r>
          </a:p>
          <a:p>
            <a:r>
              <a:rPr lang="en-US" dirty="0" smtClean="0"/>
              <a:t>In Fourth Quadrant CH4 will be operated and CH1, CH2 and CH3 will be off. (Step up)</a:t>
            </a:r>
          </a:p>
          <a:p>
            <a:endParaRPr lang="en-US" dirty="0"/>
          </a:p>
        </p:txBody>
      </p:sp>
      <p:pic>
        <p:nvPicPr>
          <p:cNvPr id="45058" name="Picture 2" descr="C:\Users\Argade\Desktop\E-type-Chopper-Circuit-diagram-with-load-emf-E-and-E-Reversed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38200" y="3952875"/>
            <a:ext cx="7134225" cy="2905125"/>
          </a:xfrm>
          <a:prstGeom prst="rect">
            <a:avLst/>
          </a:prstGeom>
          <a:noFill/>
        </p:spPr>
      </p:pic>
      <p:pic>
        <p:nvPicPr>
          <p:cNvPr id="5" name="Picture 2" descr="C:\Users\Argade\Desktop\E-type-Chopper-Circuit-diagram-with-load-emf-E-and-E-Reversed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3400" y="0"/>
            <a:ext cx="7134225" cy="290512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5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xit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21" dur="500"/>
                                        <p:tgtEl>
                                          <p:spTgt spid="450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xit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4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393</TotalTime>
  <Words>1389</Words>
  <Application>Microsoft Office PowerPoint</Application>
  <PresentationFormat>On-screen Show (4:3)</PresentationFormat>
  <Paragraphs>438</Paragraphs>
  <Slides>35</Slides>
  <Notes>4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2" baseType="lpstr">
      <vt:lpstr>Arial</vt:lpstr>
      <vt:lpstr>Calibri</vt:lpstr>
      <vt:lpstr>Symbol</vt:lpstr>
      <vt:lpstr>Times New Roman</vt:lpstr>
      <vt:lpstr>Wingdings</vt:lpstr>
      <vt:lpstr>Office Theme</vt:lpstr>
      <vt:lpstr>Equation</vt:lpstr>
      <vt:lpstr> Power Electronics (DC-DC) Converters in E-mobility </vt:lpstr>
      <vt:lpstr>Electric Vehicles (EVs) and Charging </vt:lpstr>
      <vt:lpstr>Role of Emobility Engineers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Inefficient DC−DC converter</vt:lpstr>
      <vt:lpstr>A lossless conversion of 15Vdc to average 5Vdc</vt:lpstr>
      <vt:lpstr>Convert 15Vdc to 5Vdc, cont.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DC/DC Converters used for boosting the battery voltage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Sachin Argade</dc:creator>
  <cp:lastModifiedBy>Sachin Argade</cp:lastModifiedBy>
  <cp:revision>47</cp:revision>
  <dcterms:created xsi:type="dcterms:W3CDTF">2006-08-16T00:00:00Z</dcterms:created>
  <dcterms:modified xsi:type="dcterms:W3CDTF">2026-03-18T07:55:18Z</dcterms:modified>
</cp:coreProperties>
</file>